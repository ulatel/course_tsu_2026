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12192000"/>
  <p:notesSz cx="6858000" cy="9144000"/>
  <p:embeddedFontLst>
    <p:embeddedFont>
      <p:font typeface="IBM Plex Sans"/>
      <p:regular r:id="rId20"/>
      <p:bold r:id="rId21"/>
      <p:italic r:id="rId22"/>
      <p:boldItalic r:id="rId23"/>
    </p:embeddedFont>
    <p:embeddedFont>
      <p:font typeface="Robo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26">
          <p15:clr>
            <a:srgbClr val="A4A3A4"/>
          </p15:clr>
        </p15:guide>
        <p15:guide id="2" pos="665">
          <p15:clr>
            <a:srgbClr val="A4A3A4"/>
          </p15:clr>
        </p15:guide>
      </p15:sldGuideLst>
    </p:ext>
    <p:ext uri="GoogleSlidesCustomDataVersion2">
      <go:slidesCustomData xmlns:go="http://customooxmlschemas.google.com/" r:id="rId28" roundtripDataSignature="AMtx7mhMMVrTlX0JlpUUZ9VH3TlXppb7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7FA0A3B-9B25-4D85-A5EE-1028C1F4CF32}">
  <a:tblStyle styleId="{E7FA0A3B-9B25-4D85-A5EE-1028C1F4CF3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26" orient="horz"/>
        <p:guide pos="665"/>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BMPlexSans-regular.fntdata"/><Relationship Id="rId22" Type="http://schemas.openxmlformats.org/officeDocument/2006/relationships/font" Target="fonts/IBMPlexSans-italic.fntdata"/><Relationship Id="rId21" Type="http://schemas.openxmlformats.org/officeDocument/2006/relationships/font" Target="fonts/IBMPlexSans-bold.fntdata"/><Relationship Id="rId24" Type="http://schemas.openxmlformats.org/officeDocument/2006/relationships/font" Target="fonts/Roboto-regular.fntdata"/><Relationship Id="rId23" Type="http://schemas.openxmlformats.org/officeDocument/2006/relationships/font" Target="fonts/IBMPlex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italic.fntdata"/><Relationship Id="rId25" Type="http://schemas.openxmlformats.org/officeDocument/2006/relationships/font" Target="fonts/Roboto-bold.fntdata"/><Relationship Id="rId28" Type="http://customschemas.google.com/relationships/presentationmetadata" Target="metadata"/><Relationship Id="rId27"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ru-R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приветствую на 6 лекции.</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Машинное обучение стало неотъемлемой частью современной науки. Однако качество результатов напрямую зависит от того, насколько тщательно спланирован и задокументирован эксперимент.</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Исследование не обязательно должно быть удачным. Плохой результат — тоже результат. Но и для него нужно сделать корректные выводы. Однако если ваш результат недостоверен или его не сможет воспроизвести другой исследователь, его ценность теряется.</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Давайте разберём шаги, которые нужно проделать для хорошего исследования.</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p:txBody>
      </p:sp>
      <p:sp>
        <p:nvSpPr>
          <p:cNvPr id="105" name="Google Shape;10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d450b6c4da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Для начала - определеите цель исследования</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Что вы хотите изучить? На какую группу можно распространить результаты?</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Определение интересующей вас совокупности важно, поскольку от этого зависят выводы, границы их применимости, а также значимость вашего исследования</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Объясните, почему вы выбрали именно такую совокупность. Это</a:t>
            </a:r>
            <a:r>
              <a:rPr lang="ru-RU" sz="1100">
                <a:latin typeface="Arial"/>
                <a:ea typeface="Arial"/>
                <a:cs typeface="Arial"/>
                <a:sym typeface="Arial"/>
              </a:rPr>
              <a:t> поможет </a:t>
            </a:r>
            <a:r>
              <a:rPr lang="ru-RU" sz="1100">
                <a:latin typeface="Arial"/>
                <a:ea typeface="Arial"/>
                <a:cs typeface="Arial"/>
                <a:sym typeface="Arial"/>
              </a:rPr>
              <a:t>понять важность исследования и контекстуализировать его результаты.</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p:txBody>
      </p:sp>
      <p:sp>
        <p:nvSpPr>
          <p:cNvPr id="122" name="Google Shape;122;g3d450b6c4da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450b6c4da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Далее - предварительная работа с данными. Необходимо определить источник - это открытый набор данных, или вы провели самостоятельный сбор, анектирование или что-то другое.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Зафиксируйте откуда и как были получены данные.</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Описание источников данных позволяет оценить их сильные и слабые стороны, а также понять, соответствуют ли они целям исследования.</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Однако, исследуя то или иное явление мы редко можем изучить каждый обьект. Чаще всего это какая-то выборка. Например, изучая школьников, мы не можем опросить абсолютно каждого школника страны</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Опишите, к</a:t>
            </a:r>
            <a:r>
              <a:rPr lang="ru-RU" sz="1100">
                <a:latin typeface="Arial"/>
                <a:ea typeface="Arial"/>
                <a:cs typeface="Arial"/>
                <a:sym typeface="Arial"/>
              </a:rPr>
              <a:t>ак делалась </a:t>
            </a:r>
            <a:r>
              <a:rPr lang="ru-RU" sz="1100">
                <a:latin typeface="Arial"/>
                <a:ea typeface="Arial"/>
                <a:cs typeface="Arial"/>
                <a:sym typeface="Arial"/>
              </a:rPr>
              <a:t>выборка из генеральной совокупности? Почему эта выборка </a:t>
            </a:r>
            <a:r>
              <a:rPr lang="ru-RU" sz="1100">
                <a:latin typeface="Arial"/>
                <a:ea typeface="Arial"/>
                <a:cs typeface="Arial"/>
                <a:sym typeface="Arial"/>
              </a:rPr>
              <a:t>её </a:t>
            </a:r>
            <a:r>
              <a:rPr lang="ru-RU" sz="1100">
                <a:latin typeface="Arial"/>
                <a:ea typeface="Arial"/>
                <a:cs typeface="Arial"/>
                <a:sym typeface="Arial"/>
              </a:rPr>
              <a:t>репрезентует?</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Далее изучите, Почему полученный набор данных подходит для решения вашей задачи? Необъективные или неполные данные не подходят для одних задач, но могут быть полезны для других, если исследователь понимает их ограничения.</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Изучите, как определяется целевая переменная, и приведите её описательную статистику, в том числе оценку дисбаланса классов.</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Определите объём данных и перечислите признаки, которые они содержат, дайте им описательные характеристики.</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Глубокое понимание данных и методов их получения помогает избежать ложных выводов.</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p:txBody>
      </p:sp>
      <p:sp>
        <p:nvSpPr>
          <p:cNvPr id="135" name="Google Shape;135;g3d450b6c4da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450b6c4da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рассмотрим пример, </a:t>
            </a:r>
            <a:r>
              <a:rPr lang="ru-RU" sz="1100">
                <a:latin typeface="Arial"/>
                <a:ea typeface="Arial"/>
                <a:cs typeface="Arial"/>
                <a:sym typeface="Arial"/>
              </a:rPr>
              <a:t> к чему приводят проблемы в обучающей выборке</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В 90-х годах исследователи обучали модель для предсказания риска смерти у пациентов с пневмонией. Модель неожиданно выдала: пациенты с астмой имеют низкий риск смерти от пневмонии. Это звучало абсурдно — и было абсурдно. Почему так вышло? Пациентов с астмой сразу госпитализировали в реанимацию, они получали более интенсивное лечение от пневмонии и выживали чаще. Модель выучила артефакт системы здравоохранения, а не биологическую закономерность. Это классический пример скрытой утечки смысла: данные отражали не реальность, а процедуру их сбора.</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p:txBody>
      </p:sp>
      <p:sp>
        <p:nvSpPr>
          <p:cNvPr id="148" name="Google Shape;148;g3d450b6c4da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d450b6c4da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Следующий этап - Выбр</a:t>
            </a:r>
            <a:r>
              <a:rPr lang="ru-RU" sz="1100">
                <a:latin typeface="Arial"/>
                <a:ea typeface="Arial"/>
                <a:cs typeface="Arial"/>
                <a:sym typeface="Arial"/>
              </a:rPr>
              <a:t>ать</a:t>
            </a:r>
            <a:r>
              <a:rPr lang="ru-RU" sz="1100">
                <a:latin typeface="Arial"/>
                <a:ea typeface="Arial"/>
                <a:cs typeface="Arial"/>
                <a:sym typeface="Arial"/>
              </a:rPr>
              <a:t> метрику, которая наиболее соответствует целям исследования.</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Основная ошибка — выбрать удобную метрику: взять ту единственную, где ваша модель выигрывает, и отчитаться только по ней. Это недобросовестно и вводит в заблуждение.</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Ещё одна ошибка — игнорирование дисбаланса классов. Модель, которая всегда предсказывает большинство, достигает 95% accuracy на датасете, где 95% примеров принадлежат одному классу. При этом она полностью бесполезна. Всегда проверяйте распределение классов и используйте соответствующие метрики</a:t>
            </a:r>
            <a:endParaRPr sz="1100">
              <a:latin typeface="Arial"/>
              <a:ea typeface="Arial"/>
              <a:cs typeface="Arial"/>
              <a:sym typeface="Arial"/>
            </a:endParaRPr>
          </a:p>
        </p:txBody>
      </p:sp>
      <p:sp>
        <p:nvSpPr>
          <p:cNvPr id="162" name="Google Shape;162;g3d450b6c4da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450b6c4da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Теперь уже почти можно преступать к экспериментам.</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однако перед стартом необходимо обеспечить воспроизводимость. Представьте: вы получили отличные результаты, отправили код коллеге — а он не может их воспроизвести. Или вы сами возвращаетесь к проекту через три месяца и получаете другие числа.</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Воспроизводимость — это способность получить идентичные результаты при повторном запуске эксперимента в тех же условиях. Чтобы её добиться, фиксируйте случайность. Многие алгоритмы используют генераторы случайных чисел: при инициализации весов, разбиении данных и тд. Всегда явно задавайте константы для генераторов</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Фиксируйте библиотеки и их версии, на которых вы обучались. также ресурсы, которые использовались для обучения.</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По возможности — опубликуйте код и укажите ссылку на конкретную его версию.</a:t>
            </a:r>
            <a:endParaRPr sz="1100">
              <a:latin typeface="Arial"/>
              <a:ea typeface="Arial"/>
              <a:cs typeface="Arial"/>
              <a:sym typeface="Arial"/>
            </a:endParaRPr>
          </a:p>
        </p:txBody>
      </p:sp>
      <p:sp>
        <p:nvSpPr>
          <p:cNvPr id="175" name="Google Shape;175;g3d450b6c4da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450b6c4da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ru-RU" sz="1100">
                <a:latin typeface="Arial"/>
                <a:ea typeface="Arial"/>
                <a:cs typeface="Arial"/>
                <a:sym typeface="Arial"/>
              </a:rPr>
              <a:t>Теперь к экспериментам. </a:t>
            </a:r>
            <a:r>
              <a:rPr lang="ru-RU" sz="1100">
                <a:latin typeface="Arial"/>
                <a:ea typeface="Arial"/>
                <a:cs typeface="Arial"/>
                <a:sym typeface="Arial"/>
              </a:rPr>
              <a:t>Здесь есть один критически важный нюанс: эксперимент определяется набором всех параметров и этапов предобработки. Если вы изменили хотя бы один параметр — например, способ нормализации данных — это уже другой эксперимент, и его необходимо фиксировать отдельно.</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ru-RU" sz="1100">
                <a:latin typeface="Arial"/>
                <a:ea typeface="Arial"/>
                <a:cs typeface="Arial"/>
                <a:sym typeface="Arial"/>
              </a:rPr>
              <a:t>Именно поэтому с самого начала проекта ведите таблицу экспериментов. Заполняйте её по мере добавления новых конфигураций. Это займёт всего пару минут, но сэкономит часы и даже дни в будущем.</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p:txBody>
      </p:sp>
      <p:sp>
        <p:nvSpPr>
          <p:cNvPr id="188" name="Google Shape;188;g3d450b6c4da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450b6c4da_0_7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Пройдемся по шагам эксперимента. Для начала - подготовка данных к обучению.</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Качество данных определяет потолок качества модели. Вот несколько ключевых правил:</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Первое: никогда не изменяйте исходные данные.</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Всегда имейте копию сырых, нетронутых данные в отдельном файле. Все преобразования сохраняйте отдельно — это гарантирует воспроизводимость.</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Второе: не допускайте утечки данных — это ситуация, когда в обучающую выборку попадает информация, которая не была бы доступна модели в момент реального предсказания.</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Например, вы выполнили нормализацию до разбивки на train и test. В этом случае параметры нормализации вычисляются с учётом данных, которые затем попадут в тест, что даёт модели нечестное преимущество и завышает метрики.</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Правильный порядок: сначала разделите данные на обучающую и тестовую выборки, выполните преобразования на обучающей, а потом примените их на тестовой.</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Также убедитесь, что у модели нет доступа к значениям, которых у неё не было бы в реальности.</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Пример: американская компания Epic, специализирующаяся на медицинских технологиях, выпустила модель прогнозирования сепсиса для больниц. Одним из признаков в модели было наличие у пациента рецепта на антибиотики. Однако антибиотики обычно назначают после постановки диагноза «сепсис» — они выступают косвенным показателем исхода. Эффективность модели оказалась завышена из-за доступа к информации, недоступной в реальных условиях.</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Третье: документируйте каждый шаг преобразования.</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rPr lang="ru-RU" sz="1100">
                <a:latin typeface="Arial"/>
                <a:ea typeface="Arial"/>
                <a:cs typeface="Arial"/>
                <a:sym typeface="Arial"/>
              </a:rPr>
              <a:t>Записывайте, как вы заполняли пропуски, удаляли выбросы, проводили нормализацию, кодировали категориальные признаки. Когда спустя полгода вы обнаружите проблему и захотите воспроизвести эксперимент, подробная документация окажется бесценной.</a:t>
            </a:r>
            <a:endParaRPr sz="1100">
              <a:latin typeface="Arial"/>
              <a:ea typeface="Arial"/>
              <a:cs typeface="Arial"/>
              <a:sym typeface="Arial"/>
            </a:endParaRPr>
          </a:p>
          <a:p>
            <a:pPr indent="0" lvl="0" marL="0" rtl="0" algn="l">
              <a:lnSpc>
                <a:spcPct val="100000"/>
              </a:lnSpc>
              <a:spcBef>
                <a:spcPts val="0"/>
              </a:spcBef>
              <a:spcAft>
                <a:spcPts val="0"/>
              </a:spcAft>
              <a:buClr>
                <a:schemeClr val="dk1"/>
              </a:buClr>
              <a:buSzPts val="1100"/>
              <a:buFont typeface="Arial"/>
              <a:buNone/>
            </a:pPr>
            <a:r>
              <a:t/>
            </a:r>
            <a:endParaRPr sz="1100">
              <a:latin typeface="Arial"/>
              <a:ea typeface="Arial"/>
              <a:cs typeface="Arial"/>
              <a:sym typeface="Arial"/>
            </a:endParaRPr>
          </a:p>
        </p:txBody>
      </p:sp>
      <p:sp>
        <p:nvSpPr>
          <p:cNvPr id="201" name="Google Shape;201;g3d450b6c4da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d450b6c4da_0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С какой же модели начать? Начните с простого: линейная или логистическая регрессия часто позволяет получить интересные выводы о данных — например, какие признаки наиболее весомы.</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Для начала используйте значения по умолчанию. Ваша цель на этом этапе — получить baseline: простейшую модель, которая задаёт нижнюю границу для сравнения всех последующих, более сложных моделей. Записывайте метрики и время обучения — эта информация понадобится позже для сравнения.</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Затем переходите к более сложным моделям, обучайте их и фиксируйте информацию в таблицу.</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При выборе модели ориентируйтесь на цель. Напрмиер, если гипотеза направлена на практическую применимость, могут возникнуть дополнительные требования: модель должна быть интерпретируемой или объяснимой. Тогда надо выбирать тип модели, обладающий этими свойствами.</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ru-RU" sz="1100">
                <a:latin typeface="Arial"/>
                <a:ea typeface="Arial"/>
                <a:cs typeface="Arial"/>
                <a:sym typeface="Arial"/>
              </a:rPr>
              <a:t>При обучении всегда валидируйте модель одним из способов, рассмотренных на пятой лекции — например k-fold или leave‑one‑out. </a:t>
            </a:r>
            <a:endParaRPr sz="1100">
              <a:latin typeface="Arial"/>
              <a:ea typeface="Arial"/>
              <a:cs typeface="Arial"/>
              <a:sym typeface="Arial"/>
            </a:endParaRPr>
          </a:p>
        </p:txBody>
      </p:sp>
      <p:sp>
        <p:nvSpPr>
          <p:cNvPr id="215" name="Google Shape;215;g3d450b6c4da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d2618e5620_0_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ru-RU" sz="1100">
                <a:latin typeface="Arial"/>
                <a:ea typeface="Arial"/>
                <a:cs typeface="Arial"/>
                <a:sym typeface="Arial"/>
              </a:rPr>
              <a:t>Структурируйте результаты моделей на тестовой и обучающей выборках. Сравните результаты между собой и с baseline. Сделайте выводы.</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100">
              <a:latin typeface="Arial"/>
              <a:ea typeface="Arial"/>
              <a:cs typeface="Arial"/>
              <a:sym typeface="Arial"/>
            </a:endParaRPr>
          </a:p>
        </p:txBody>
      </p:sp>
      <p:sp>
        <p:nvSpPr>
          <p:cNvPr id="228" name="Google Shape;228;g3d2618e5620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450b6c4da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ru-RU" sz="1100">
                <a:latin typeface="Arial"/>
                <a:ea typeface="Arial"/>
                <a:cs typeface="Arial"/>
                <a:sym typeface="Arial"/>
              </a:rPr>
              <a:t>Например, у нас есть следующая таблица с метриками.</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ru-RU" sz="1100">
                <a:latin typeface="Arial"/>
                <a:ea typeface="Arial"/>
                <a:cs typeface="Arial"/>
                <a:sym typeface="Arial"/>
              </a:rPr>
              <a:t> случайны лес  и </a:t>
            </a:r>
            <a:r>
              <a:rPr lang="ru-RU" sz="1250">
                <a:solidFill>
                  <a:srgbClr val="0F1115"/>
                </a:solidFill>
                <a:latin typeface="IBM Plex Sans"/>
                <a:ea typeface="IBM Plex Sans"/>
                <a:cs typeface="IBM Plex Sans"/>
                <a:sym typeface="IBM Plex Sans"/>
              </a:rPr>
              <a:t>Нейросеть </a:t>
            </a:r>
            <a:r>
              <a:rPr lang="ru-RU" sz="1100">
                <a:latin typeface="Arial"/>
                <a:ea typeface="Arial"/>
                <a:cs typeface="Arial"/>
                <a:sym typeface="Arial"/>
              </a:rPr>
              <a:t>показывают почти идеальную точность на обучающей выборке (0,99 и 0,98), но на тестовой она падает до 0,75–0,76 сотых. Это классический признак переобучения.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ru-RU" sz="1100">
                <a:latin typeface="Arial"/>
                <a:ea typeface="Arial"/>
                <a:cs typeface="Arial"/>
                <a:sym typeface="Arial"/>
              </a:rPr>
              <a:t>Baseline-логистическая регрессия обучается честнее: разрыв между train и test всего 0,01. XGBoost тоже не имеет большого разрыва </a:t>
            </a:r>
            <a:r>
              <a:rPr lang="ru-RU" sz="1100">
                <a:latin typeface="Arial"/>
                <a:ea typeface="Arial"/>
                <a:cs typeface="Arial"/>
                <a:sym typeface="Arial"/>
              </a:rPr>
              <a:t>между трейн и тест, но метрики лучше чем у бейзлайна. Однако, скорость обучения значительно больше. </a:t>
            </a:r>
            <a:r>
              <a:rPr lang="ru-RU" sz="1100">
                <a:latin typeface="Arial"/>
                <a:ea typeface="Arial"/>
                <a:cs typeface="Arial"/>
                <a:sym typeface="Arial"/>
              </a:rPr>
              <a:t>Какой вывод? Для нашей задачи, если важна устойчивость к новым данным, не стоит выбирать переобученные модели. Выбирая между логрег и XGBoost можно отдать приоритет одной из них в взависисмости от цели. Если нам важно получить более хорошие метрики, надо выбирать XGBoost, а если по какой-то причине нам нужна более простая интепритация, или скорость обучения, то тогда можно выбрать </a:t>
            </a:r>
            <a:r>
              <a:rPr lang="ru-RU" sz="1250">
                <a:solidFill>
                  <a:srgbClr val="0F1115"/>
                </a:solidFill>
                <a:latin typeface="IBM Plex Sans"/>
                <a:ea typeface="IBM Plex Sans"/>
                <a:cs typeface="IBM Plex Sans"/>
                <a:sym typeface="IBM Plex Sans"/>
              </a:rPr>
              <a:t>LogReg</a:t>
            </a:r>
            <a:endParaRPr sz="1250">
              <a:solidFill>
                <a:srgbClr val="0F1115"/>
              </a:solidFill>
              <a:latin typeface="IBM Plex Sans"/>
              <a:ea typeface="IBM Plex Sans"/>
              <a:cs typeface="IBM Plex Sans"/>
              <a:sym typeface="IBM Plex Sans"/>
            </a:endParaRPr>
          </a:p>
          <a:p>
            <a:pPr indent="0" lvl="0" marL="0" rtl="0" algn="l">
              <a:spcBef>
                <a:spcPts val="0"/>
              </a:spcBef>
              <a:spcAft>
                <a:spcPts val="0"/>
              </a:spcAft>
              <a:buClr>
                <a:schemeClr val="dk1"/>
              </a:buClr>
              <a:buSzPts val="1100"/>
              <a:buFont typeface="Arial"/>
              <a:buNone/>
            </a:pPr>
            <a:r>
              <a:t/>
            </a:r>
            <a:endParaRPr sz="1250">
              <a:solidFill>
                <a:srgbClr val="0F1115"/>
              </a:solidFill>
              <a:latin typeface="IBM Plex Sans"/>
              <a:ea typeface="IBM Plex Sans"/>
              <a:cs typeface="IBM Plex Sans"/>
              <a:sym typeface="IBM Plex Sans"/>
            </a:endParaRPr>
          </a:p>
        </p:txBody>
      </p:sp>
      <p:sp>
        <p:nvSpPr>
          <p:cNvPr id="241" name="Google Shape;241;g3d450b6c4da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d450b6c4da_0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sz="1250">
              <a:solidFill>
                <a:srgbClr val="0F1115"/>
              </a:solidFill>
              <a:latin typeface="IBM Plex Sans"/>
              <a:ea typeface="IBM Plex Sans"/>
              <a:cs typeface="IBM Plex Sans"/>
              <a:sym typeface="IBM Plex Sans"/>
            </a:endParaRPr>
          </a:p>
          <a:p>
            <a:pPr indent="0" lvl="0" marL="0" rtl="0" algn="l">
              <a:spcBef>
                <a:spcPts val="0"/>
              </a:spcBef>
              <a:spcAft>
                <a:spcPts val="0"/>
              </a:spcAft>
              <a:buClr>
                <a:schemeClr val="dk1"/>
              </a:buClr>
              <a:buSzPts val="1100"/>
              <a:buFont typeface="Arial"/>
              <a:buNone/>
            </a:pPr>
            <a:r>
              <a:rPr lang="ru-RU" sz="1100">
                <a:latin typeface="Arial"/>
                <a:ea typeface="Arial"/>
                <a:cs typeface="Arial"/>
                <a:sym typeface="Arial"/>
              </a:rPr>
              <a:t>помимо анализа метрик, Опишите обстоятельства, при которых следует или не следует полагаться на эффективность модели.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ru-RU" sz="1100">
                <a:latin typeface="Arial"/>
                <a:ea typeface="Arial"/>
                <a:cs typeface="Arial"/>
                <a:sym typeface="Arial"/>
              </a:rPr>
              <a:t>например Модель прогноза оттока клиентов банка, обученная на данных 2024–2025 года, будет хорошо работать в стабильной экономической ситуации и без изменений в продуктах банка. Но если банк повысит процент по кредитам или случится кризис – предсказания модели на новых данных ухудшатся. </a:t>
            </a:r>
            <a:endParaRPr sz="1100">
              <a:latin typeface="Arial"/>
              <a:ea typeface="Arial"/>
              <a:cs typeface="Arial"/>
              <a:sym typeface="Arial"/>
            </a:endParaRPr>
          </a:p>
        </p:txBody>
      </p:sp>
      <p:sp>
        <p:nvSpPr>
          <p:cNvPr id="254" name="Google Shape;254;g3d450b6c4da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2618e5620_0_9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g3d2618e5620_0_9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ru-RU"/>
              <a:t>Мы разобрали полный путь исследования на основе мл: от постановки цели до анализа результатов. </a:t>
            </a:r>
            <a:endParaRPr/>
          </a:p>
          <a:p>
            <a:pPr indent="0" lvl="0" marL="0" rtl="0" algn="l">
              <a:lnSpc>
                <a:spcPct val="100000"/>
              </a:lnSpc>
              <a:spcBef>
                <a:spcPts val="0"/>
              </a:spcBef>
              <a:spcAft>
                <a:spcPts val="0"/>
              </a:spcAft>
              <a:buSzPts val="1400"/>
              <a:buNone/>
            </a:pPr>
            <a:r>
              <a:rPr lang="ru-RU"/>
              <a:t>Спасибо за внимание. Удачных и воспроизводимых вам экспериментов.</a:t>
            </a:r>
            <a:endParaRPr/>
          </a:p>
        </p:txBody>
      </p:sp>
      <p:sp>
        <p:nvSpPr>
          <p:cNvPr id="268" name="Google Shape;268;g3d2618e5620_0_9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ru-RU"/>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Без лектора">
  <p:cSld name="Без лектора">
    <p:bg>
      <p:bgPr>
        <a:blipFill>
          <a:blip r:embed="rId2">
            <a:alphaModFix/>
          </a:blip>
          <a:stretch>
            <a:fillRect/>
          </a:stretch>
        </a:blip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16" name="Shape 16"/>
        <p:cNvGrpSpPr/>
        <p:nvPr/>
      </p:nvGrpSpPr>
      <p:grpSpPr>
        <a:xfrm>
          <a:off x="0" y="0"/>
          <a:ext cx="0" cy="0"/>
          <a:chOff x="0" y="0"/>
          <a:chExt cx="0" cy="0"/>
        </a:xfrm>
      </p:grpSpPr>
      <p:sp>
        <p:nvSpPr>
          <p:cNvPr id="17" name="Google Shape;17;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22" name="Shape 22"/>
        <p:cNvGrpSpPr/>
        <p:nvPr/>
      </p:nvGrpSpPr>
      <p:grpSpPr>
        <a:xfrm>
          <a:off x="0" y="0"/>
          <a:ext cx="0" cy="0"/>
          <a:chOff x="0" y="0"/>
          <a:chExt cx="0" cy="0"/>
        </a:xfrm>
      </p:grpSpPr>
      <p:sp>
        <p:nvSpPr>
          <p:cNvPr id="23" name="Google Shape;23;p4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1">
  <p:cSld name="TITLE_ONLY_1">
    <p:bg>
      <p:bgPr>
        <a:solidFill>
          <a:schemeClr val="lt1"/>
        </a:solidFill>
      </p:bgPr>
    </p:bg>
    <p:spTree>
      <p:nvGrpSpPr>
        <p:cNvPr id="28" name="Shape 28"/>
        <p:cNvGrpSpPr/>
        <p:nvPr/>
      </p:nvGrpSpPr>
      <p:grpSpPr>
        <a:xfrm>
          <a:off x="0" y="0"/>
          <a:ext cx="0" cy="0"/>
          <a:chOff x="0" y="0"/>
          <a:chExt cx="0" cy="0"/>
        </a:xfrm>
      </p:grpSpPr>
      <p:pic>
        <p:nvPicPr>
          <p:cNvPr id="29" name="Google Shape;29;g3ccf7679e09_0_224"/>
          <p:cNvPicPr preferRelativeResize="0"/>
          <p:nvPr/>
        </p:nvPicPr>
        <p:blipFill rotWithShape="1">
          <a:blip r:embed="rId2">
            <a:alphaModFix/>
          </a:blip>
          <a:srcRect b="47851" l="104756" r="280063" t="-108210"/>
          <a:stretch/>
        </p:blipFill>
        <p:spPr>
          <a:xfrm rot="10800000">
            <a:off x="1767" y="-2182"/>
            <a:ext cx="12188600" cy="6862365"/>
          </a:xfrm>
          <a:prstGeom prst="rect">
            <a:avLst/>
          </a:prstGeom>
          <a:noFill/>
          <a:ln>
            <a:noFill/>
          </a:ln>
        </p:spPr>
      </p:pic>
      <p:sp>
        <p:nvSpPr>
          <p:cNvPr id="30" name="Google Shape;30;g3ccf7679e09_0_224"/>
          <p:cNvSpPr txBox="1"/>
          <p:nvPr>
            <p:ph type="title"/>
          </p:nvPr>
        </p:nvSpPr>
        <p:spPr>
          <a:xfrm>
            <a:off x="953467" y="713333"/>
            <a:ext cx="10285200" cy="7317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300"/>
              <a:buNone/>
              <a:defRPr sz="3300">
                <a:solidFill>
                  <a:schemeClr val="dk1"/>
                </a:solidFill>
              </a:defRPr>
            </a:lvl1pPr>
            <a:lvl2pPr lvl="1" algn="l">
              <a:lnSpc>
                <a:spcPct val="100000"/>
              </a:lnSpc>
              <a:spcBef>
                <a:spcPts val="0"/>
              </a:spcBef>
              <a:spcAft>
                <a:spcPts val="0"/>
              </a:spcAft>
              <a:buClr>
                <a:schemeClr val="dk1"/>
              </a:buClr>
              <a:buSzPts val="3300"/>
              <a:buNone/>
              <a:defRPr sz="3300">
                <a:solidFill>
                  <a:schemeClr val="dk1"/>
                </a:solidFill>
              </a:defRPr>
            </a:lvl2pPr>
            <a:lvl3pPr lvl="2" algn="l">
              <a:lnSpc>
                <a:spcPct val="100000"/>
              </a:lnSpc>
              <a:spcBef>
                <a:spcPts val="0"/>
              </a:spcBef>
              <a:spcAft>
                <a:spcPts val="0"/>
              </a:spcAft>
              <a:buClr>
                <a:schemeClr val="dk1"/>
              </a:buClr>
              <a:buSzPts val="3300"/>
              <a:buNone/>
              <a:defRPr sz="3300">
                <a:solidFill>
                  <a:schemeClr val="dk1"/>
                </a:solidFill>
              </a:defRPr>
            </a:lvl3pPr>
            <a:lvl4pPr lvl="3" algn="l">
              <a:lnSpc>
                <a:spcPct val="100000"/>
              </a:lnSpc>
              <a:spcBef>
                <a:spcPts val="0"/>
              </a:spcBef>
              <a:spcAft>
                <a:spcPts val="0"/>
              </a:spcAft>
              <a:buClr>
                <a:schemeClr val="dk1"/>
              </a:buClr>
              <a:buSzPts val="3300"/>
              <a:buNone/>
              <a:defRPr sz="3300">
                <a:solidFill>
                  <a:schemeClr val="dk1"/>
                </a:solidFill>
              </a:defRPr>
            </a:lvl4pPr>
            <a:lvl5pPr lvl="4" algn="l">
              <a:lnSpc>
                <a:spcPct val="100000"/>
              </a:lnSpc>
              <a:spcBef>
                <a:spcPts val="0"/>
              </a:spcBef>
              <a:spcAft>
                <a:spcPts val="0"/>
              </a:spcAft>
              <a:buClr>
                <a:schemeClr val="dk1"/>
              </a:buClr>
              <a:buSzPts val="3300"/>
              <a:buNone/>
              <a:defRPr sz="3300">
                <a:solidFill>
                  <a:schemeClr val="dk1"/>
                </a:solidFill>
              </a:defRPr>
            </a:lvl5pPr>
            <a:lvl6pPr lvl="5" algn="l">
              <a:lnSpc>
                <a:spcPct val="100000"/>
              </a:lnSpc>
              <a:spcBef>
                <a:spcPts val="0"/>
              </a:spcBef>
              <a:spcAft>
                <a:spcPts val="0"/>
              </a:spcAft>
              <a:buClr>
                <a:schemeClr val="dk1"/>
              </a:buClr>
              <a:buSzPts val="3300"/>
              <a:buNone/>
              <a:defRPr sz="3300">
                <a:solidFill>
                  <a:schemeClr val="dk1"/>
                </a:solidFill>
              </a:defRPr>
            </a:lvl6pPr>
            <a:lvl7pPr lvl="6" algn="l">
              <a:lnSpc>
                <a:spcPct val="100000"/>
              </a:lnSpc>
              <a:spcBef>
                <a:spcPts val="0"/>
              </a:spcBef>
              <a:spcAft>
                <a:spcPts val="0"/>
              </a:spcAft>
              <a:buClr>
                <a:schemeClr val="dk1"/>
              </a:buClr>
              <a:buSzPts val="3300"/>
              <a:buNone/>
              <a:defRPr sz="3300">
                <a:solidFill>
                  <a:schemeClr val="dk1"/>
                </a:solidFill>
              </a:defRPr>
            </a:lvl7pPr>
            <a:lvl8pPr lvl="7" algn="l">
              <a:lnSpc>
                <a:spcPct val="100000"/>
              </a:lnSpc>
              <a:spcBef>
                <a:spcPts val="0"/>
              </a:spcBef>
              <a:spcAft>
                <a:spcPts val="0"/>
              </a:spcAft>
              <a:buClr>
                <a:schemeClr val="dk1"/>
              </a:buClr>
              <a:buSzPts val="3300"/>
              <a:buNone/>
              <a:defRPr sz="3300">
                <a:solidFill>
                  <a:schemeClr val="dk1"/>
                </a:solidFill>
              </a:defRPr>
            </a:lvl8pPr>
            <a:lvl9pPr lvl="8" algn="l">
              <a:lnSpc>
                <a:spcPct val="100000"/>
              </a:lnSpc>
              <a:spcBef>
                <a:spcPts val="0"/>
              </a:spcBef>
              <a:spcAft>
                <a:spcPts val="0"/>
              </a:spcAft>
              <a:buClr>
                <a:schemeClr val="dk1"/>
              </a:buClr>
              <a:buSzPts val="3300"/>
              <a:buNone/>
              <a:defRPr sz="3300">
                <a:solidFill>
                  <a:schemeClr val="dk1"/>
                </a:solidFill>
              </a:defRPr>
            </a:lvl9pPr>
          </a:lstStyle>
          <a:p/>
        </p:txBody>
      </p:sp>
      <p:sp>
        <p:nvSpPr>
          <p:cNvPr id="31" name="Google Shape;31;g3ccf7679e09_0_224"/>
          <p:cNvSpPr txBox="1"/>
          <p:nvPr>
            <p:ph idx="1" type="subTitle"/>
          </p:nvPr>
        </p:nvSpPr>
        <p:spPr>
          <a:xfrm>
            <a:off x="960000" y="2214767"/>
            <a:ext cx="10278300" cy="3930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SzPts val="2000"/>
              <a:buNone/>
              <a:defRPr sz="2300"/>
            </a:lvl1pPr>
            <a:lvl2pPr lvl="1" algn="ctr">
              <a:lnSpc>
                <a:spcPct val="100000"/>
              </a:lnSpc>
              <a:spcBef>
                <a:spcPts val="500"/>
              </a:spcBef>
              <a:spcAft>
                <a:spcPts val="0"/>
              </a:spcAft>
              <a:buSzPts val="2400"/>
              <a:buNone/>
              <a:defRPr/>
            </a:lvl2pPr>
            <a:lvl3pPr lvl="2" algn="ctr">
              <a:lnSpc>
                <a:spcPct val="100000"/>
              </a:lnSpc>
              <a:spcBef>
                <a:spcPts val="500"/>
              </a:spcBef>
              <a:spcAft>
                <a:spcPts val="0"/>
              </a:spcAft>
              <a:buSzPts val="2000"/>
              <a:buNone/>
              <a:defRPr/>
            </a:lvl3pPr>
            <a:lvl4pPr lvl="3" algn="ctr">
              <a:lnSpc>
                <a:spcPct val="100000"/>
              </a:lnSpc>
              <a:spcBef>
                <a:spcPts val="500"/>
              </a:spcBef>
              <a:spcAft>
                <a:spcPts val="0"/>
              </a:spcAft>
              <a:buSzPts val="1800"/>
              <a:buNone/>
              <a:defRPr/>
            </a:lvl4pPr>
            <a:lvl5pPr lvl="4" algn="ctr">
              <a:lnSpc>
                <a:spcPct val="100000"/>
              </a:lnSpc>
              <a:spcBef>
                <a:spcPts val="500"/>
              </a:spcBef>
              <a:spcAft>
                <a:spcPts val="0"/>
              </a:spcAft>
              <a:buSzPts val="1800"/>
              <a:buNone/>
              <a:defRPr/>
            </a:lvl5pPr>
            <a:lvl6pPr lvl="5" algn="ctr">
              <a:lnSpc>
                <a:spcPct val="100000"/>
              </a:lnSpc>
              <a:spcBef>
                <a:spcPts val="500"/>
              </a:spcBef>
              <a:spcAft>
                <a:spcPts val="0"/>
              </a:spcAft>
              <a:buSzPts val="1800"/>
              <a:buNone/>
              <a:defRPr/>
            </a:lvl6pPr>
            <a:lvl7pPr lvl="6" algn="ctr">
              <a:lnSpc>
                <a:spcPct val="100000"/>
              </a:lnSpc>
              <a:spcBef>
                <a:spcPts val="500"/>
              </a:spcBef>
              <a:spcAft>
                <a:spcPts val="0"/>
              </a:spcAft>
              <a:buSzPts val="1800"/>
              <a:buNone/>
              <a:defRPr/>
            </a:lvl7pPr>
            <a:lvl8pPr lvl="7" algn="ctr">
              <a:lnSpc>
                <a:spcPct val="100000"/>
              </a:lnSpc>
              <a:spcBef>
                <a:spcPts val="500"/>
              </a:spcBef>
              <a:spcAft>
                <a:spcPts val="0"/>
              </a:spcAft>
              <a:buSzPts val="1800"/>
              <a:buNone/>
              <a:defRPr/>
            </a:lvl8pPr>
            <a:lvl9pPr lvl="8" algn="ctr">
              <a:lnSpc>
                <a:spcPct val="100000"/>
              </a:lnSpc>
              <a:spcBef>
                <a:spcPts val="500"/>
              </a:spcBef>
              <a:spcAft>
                <a:spcPts val="0"/>
              </a:spcAft>
              <a:buSzPts val="18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1"/>
        </a:solidFill>
      </p:bgPr>
    </p:bg>
    <p:spTree>
      <p:nvGrpSpPr>
        <p:cNvPr id="32" name="Shape 32"/>
        <p:cNvGrpSpPr/>
        <p:nvPr/>
      </p:nvGrpSpPr>
      <p:grpSpPr>
        <a:xfrm>
          <a:off x="0" y="0"/>
          <a:ext cx="0" cy="0"/>
          <a:chOff x="0" y="0"/>
          <a:chExt cx="0" cy="0"/>
        </a:xfrm>
      </p:grpSpPr>
      <p:pic>
        <p:nvPicPr>
          <p:cNvPr id="33" name="Google Shape;33;g3ccf7679e09_0_228"/>
          <p:cNvPicPr preferRelativeResize="0"/>
          <p:nvPr/>
        </p:nvPicPr>
        <p:blipFill rotWithShape="1">
          <a:blip r:embed="rId2">
            <a:alphaModFix/>
          </a:blip>
          <a:srcRect b="2272" l="-19690" r="19690" t="41478"/>
          <a:stretch/>
        </p:blipFill>
        <p:spPr>
          <a:xfrm>
            <a:off x="0" y="0"/>
            <a:ext cx="12192000" cy="6858000"/>
          </a:xfrm>
          <a:prstGeom prst="rect">
            <a:avLst/>
          </a:prstGeom>
          <a:noFill/>
          <a:ln>
            <a:noFill/>
          </a:ln>
        </p:spPr>
      </p:pic>
      <p:sp>
        <p:nvSpPr>
          <p:cNvPr id="34" name="Google Shape;34;g3ccf7679e09_0_228"/>
          <p:cNvSpPr txBox="1"/>
          <p:nvPr>
            <p:ph type="title"/>
          </p:nvPr>
        </p:nvSpPr>
        <p:spPr>
          <a:xfrm>
            <a:off x="953467" y="713333"/>
            <a:ext cx="10285200" cy="30897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8000"/>
              <a:buNone/>
              <a:defRPr sz="8000"/>
            </a:lvl1pPr>
            <a:lvl2pPr lvl="1" algn="ctr">
              <a:lnSpc>
                <a:spcPct val="100000"/>
              </a:lnSpc>
              <a:spcBef>
                <a:spcPts val="0"/>
              </a:spcBef>
              <a:spcAft>
                <a:spcPts val="0"/>
              </a:spcAft>
              <a:buSzPts val="8000"/>
              <a:buNone/>
              <a:defRPr sz="8000"/>
            </a:lvl2pPr>
            <a:lvl3pPr lvl="2" algn="ctr">
              <a:lnSpc>
                <a:spcPct val="100000"/>
              </a:lnSpc>
              <a:spcBef>
                <a:spcPts val="0"/>
              </a:spcBef>
              <a:spcAft>
                <a:spcPts val="0"/>
              </a:spcAft>
              <a:buSzPts val="8000"/>
              <a:buNone/>
              <a:defRPr sz="8000"/>
            </a:lvl3pPr>
            <a:lvl4pPr lvl="3" algn="ctr">
              <a:lnSpc>
                <a:spcPct val="100000"/>
              </a:lnSpc>
              <a:spcBef>
                <a:spcPts val="0"/>
              </a:spcBef>
              <a:spcAft>
                <a:spcPts val="0"/>
              </a:spcAft>
              <a:buSzPts val="8000"/>
              <a:buNone/>
              <a:defRPr sz="8000"/>
            </a:lvl4pPr>
            <a:lvl5pPr lvl="4" algn="ctr">
              <a:lnSpc>
                <a:spcPct val="100000"/>
              </a:lnSpc>
              <a:spcBef>
                <a:spcPts val="0"/>
              </a:spcBef>
              <a:spcAft>
                <a:spcPts val="0"/>
              </a:spcAft>
              <a:buSzPts val="8000"/>
              <a:buNone/>
              <a:defRPr sz="8000"/>
            </a:lvl5pPr>
            <a:lvl6pPr lvl="5" algn="ctr">
              <a:lnSpc>
                <a:spcPct val="100000"/>
              </a:lnSpc>
              <a:spcBef>
                <a:spcPts val="0"/>
              </a:spcBef>
              <a:spcAft>
                <a:spcPts val="0"/>
              </a:spcAft>
              <a:buSzPts val="8000"/>
              <a:buNone/>
              <a:defRPr sz="8000"/>
            </a:lvl6pPr>
            <a:lvl7pPr lvl="6" algn="ctr">
              <a:lnSpc>
                <a:spcPct val="100000"/>
              </a:lnSpc>
              <a:spcBef>
                <a:spcPts val="0"/>
              </a:spcBef>
              <a:spcAft>
                <a:spcPts val="0"/>
              </a:spcAft>
              <a:buSzPts val="8000"/>
              <a:buNone/>
              <a:defRPr sz="8000"/>
            </a:lvl7pPr>
            <a:lvl8pPr lvl="7" algn="ctr">
              <a:lnSpc>
                <a:spcPct val="100000"/>
              </a:lnSpc>
              <a:spcBef>
                <a:spcPts val="0"/>
              </a:spcBef>
              <a:spcAft>
                <a:spcPts val="0"/>
              </a:spcAft>
              <a:buSzPts val="8000"/>
              <a:buNone/>
              <a:defRPr sz="8000"/>
            </a:lvl8pPr>
            <a:lvl9pPr lvl="8" algn="ctr">
              <a:lnSpc>
                <a:spcPct val="100000"/>
              </a:lnSpc>
              <a:spcBef>
                <a:spcPts val="0"/>
              </a:spcBef>
              <a:spcAft>
                <a:spcPts val="0"/>
              </a:spcAft>
              <a:buSzPts val="8000"/>
              <a:buNone/>
              <a:defRPr sz="8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lt1"/>
        </a:solidFill>
      </p:bgPr>
    </p:bg>
    <p:spTree>
      <p:nvGrpSpPr>
        <p:cNvPr id="35" name="Shape 35"/>
        <p:cNvGrpSpPr/>
        <p:nvPr/>
      </p:nvGrpSpPr>
      <p:grpSpPr>
        <a:xfrm>
          <a:off x="0" y="0"/>
          <a:ext cx="0" cy="0"/>
          <a:chOff x="0" y="0"/>
          <a:chExt cx="0" cy="0"/>
        </a:xfrm>
      </p:grpSpPr>
      <p:pic>
        <p:nvPicPr>
          <p:cNvPr id="36" name="Google Shape;36;g3ccf7679e09_0_231"/>
          <p:cNvPicPr preferRelativeResize="0"/>
          <p:nvPr/>
        </p:nvPicPr>
        <p:blipFill rotWithShape="1">
          <a:blip r:embed="rId2">
            <a:alphaModFix/>
          </a:blip>
          <a:srcRect b="-6812" l="-55210" r="55210" t="50562"/>
          <a:stretch/>
        </p:blipFill>
        <p:spPr>
          <a:xfrm>
            <a:off x="0" y="0"/>
            <a:ext cx="12192000" cy="6858000"/>
          </a:xfrm>
          <a:prstGeom prst="rect">
            <a:avLst/>
          </a:prstGeom>
          <a:noFill/>
          <a:ln>
            <a:noFill/>
          </a:ln>
        </p:spPr>
      </p:pic>
      <p:pic>
        <p:nvPicPr>
          <p:cNvPr id="37" name="Google Shape;37;g3ccf7679e09_0_231"/>
          <p:cNvPicPr preferRelativeResize="0"/>
          <p:nvPr/>
        </p:nvPicPr>
        <p:blipFill rotWithShape="1">
          <a:blip r:embed="rId2">
            <a:alphaModFix/>
          </a:blip>
          <a:srcRect b="-6812" l="-55210" r="55210" t="50562"/>
          <a:stretch/>
        </p:blipFill>
        <p:spPr>
          <a:xfrm rot="10800000">
            <a:off x="0" y="0"/>
            <a:ext cx="12192000" cy="6858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_2">
    <p:bg>
      <p:bgPr>
        <a:solidFill>
          <a:schemeClr val="lt1"/>
        </a:solidFill>
      </p:bgPr>
    </p:bg>
    <p:spTree>
      <p:nvGrpSpPr>
        <p:cNvPr id="38" name="Shape 38"/>
        <p:cNvGrpSpPr/>
        <p:nvPr/>
      </p:nvGrpSpPr>
      <p:grpSpPr>
        <a:xfrm>
          <a:off x="0" y="0"/>
          <a:ext cx="0" cy="0"/>
          <a:chOff x="0" y="0"/>
          <a:chExt cx="0" cy="0"/>
        </a:xfrm>
      </p:grpSpPr>
      <p:pic>
        <p:nvPicPr>
          <p:cNvPr id="39" name="Google Shape;39;g3ccf7679e09_0_234"/>
          <p:cNvPicPr preferRelativeResize="0"/>
          <p:nvPr/>
        </p:nvPicPr>
        <p:blipFill rotWithShape="1">
          <a:blip r:embed="rId2">
            <a:alphaModFix/>
          </a:blip>
          <a:srcRect b="-35825" l="-6644" r="27549" t="13471"/>
          <a:stretch/>
        </p:blipFill>
        <p:spPr>
          <a:xfrm flipH="1">
            <a:off x="-14245" y="-3250"/>
            <a:ext cx="4428395" cy="6858000"/>
          </a:xfrm>
          <a:prstGeom prst="rect">
            <a:avLst/>
          </a:prstGeom>
          <a:noFill/>
          <a:ln>
            <a:noFill/>
          </a:ln>
        </p:spPr>
      </p:pic>
      <p:pic>
        <p:nvPicPr>
          <p:cNvPr id="40" name="Google Shape;40;g3ccf7679e09_0_234"/>
          <p:cNvPicPr preferRelativeResize="0"/>
          <p:nvPr/>
        </p:nvPicPr>
        <p:blipFill rotWithShape="1">
          <a:blip r:embed="rId2">
            <a:alphaModFix/>
          </a:blip>
          <a:srcRect b="-108521" l="-235243" r="44461" t="44962"/>
          <a:stretch/>
        </p:blipFill>
        <p:spPr>
          <a:xfrm flipH="1" rot="10800000">
            <a:off x="-14240" y="-3250"/>
            <a:ext cx="12192105" cy="68645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41" name="Shape 41"/>
        <p:cNvGrpSpPr/>
        <p:nvPr/>
      </p:nvGrpSpPr>
      <p:grpSpPr>
        <a:xfrm>
          <a:off x="0" y="0"/>
          <a:ext cx="0" cy="0"/>
          <a:chOff x="0" y="0"/>
          <a:chExt cx="0" cy="0"/>
        </a:xfrm>
      </p:grpSpPr>
      <p:pic>
        <p:nvPicPr>
          <p:cNvPr id="42" name="Google Shape;42;g3ccf7679e09_0_237"/>
          <p:cNvPicPr preferRelativeResize="0"/>
          <p:nvPr/>
        </p:nvPicPr>
        <p:blipFill rotWithShape="1">
          <a:blip r:embed="rId2">
            <a:alphaModFix/>
          </a:blip>
          <a:srcRect b="41636" l="174698" r="177064" t="-83399"/>
          <a:stretch/>
        </p:blipFill>
        <p:spPr>
          <a:xfrm>
            <a:off x="1767" y="-2183"/>
            <a:ext cx="12188600" cy="6862365"/>
          </a:xfrm>
          <a:prstGeom prst="rect">
            <a:avLst/>
          </a:prstGeom>
          <a:noFill/>
          <a:ln>
            <a:noFill/>
          </a:ln>
        </p:spPr>
      </p:pic>
      <p:sp>
        <p:nvSpPr>
          <p:cNvPr id="43" name="Google Shape;43;g3ccf7679e09_0_237"/>
          <p:cNvSpPr txBox="1"/>
          <p:nvPr>
            <p:ph type="title"/>
          </p:nvPr>
        </p:nvSpPr>
        <p:spPr>
          <a:xfrm>
            <a:off x="953467" y="713333"/>
            <a:ext cx="5142300" cy="12651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300"/>
              <a:buNone/>
              <a:defRPr sz="3300">
                <a:solidFill>
                  <a:schemeClr val="dk1"/>
                </a:solidFill>
              </a:defRPr>
            </a:lvl1pPr>
            <a:lvl2pPr lvl="1" algn="l">
              <a:lnSpc>
                <a:spcPct val="100000"/>
              </a:lnSpc>
              <a:spcBef>
                <a:spcPts val="0"/>
              </a:spcBef>
              <a:spcAft>
                <a:spcPts val="0"/>
              </a:spcAft>
              <a:buClr>
                <a:schemeClr val="dk1"/>
              </a:buClr>
              <a:buSzPts val="3300"/>
              <a:buNone/>
              <a:defRPr sz="3300">
                <a:solidFill>
                  <a:schemeClr val="dk1"/>
                </a:solidFill>
              </a:defRPr>
            </a:lvl2pPr>
            <a:lvl3pPr lvl="2" algn="l">
              <a:lnSpc>
                <a:spcPct val="100000"/>
              </a:lnSpc>
              <a:spcBef>
                <a:spcPts val="0"/>
              </a:spcBef>
              <a:spcAft>
                <a:spcPts val="0"/>
              </a:spcAft>
              <a:buClr>
                <a:schemeClr val="dk1"/>
              </a:buClr>
              <a:buSzPts val="3300"/>
              <a:buNone/>
              <a:defRPr sz="3300">
                <a:solidFill>
                  <a:schemeClr val="dk1"/>
                </a:solidFill>
              </a:defRPr>
            </a:lvl3pPr>
            <a:lvl4pPr lvl="3" algn="l">
              <a:lnSpc>
                <a:spcPct val="100000"/>
              </a:lnSpc>
              <a:spcBef>
                <a:spcPts val="0"/>
              </a:spcBef>
              <a:spcAft>
                <a:spcPts val="0"/>
              </a:spcAft>
              <a:buClr>
                <a:schemeClr val="dk1"/>
              </a:buClr>
              <a:buSzPts val="3300"/>
              <a:buNone/>
              <a:defRPr sz="3300">
                <a:solidFill>
                  <a:schemeClr val="dk1"/>
                </a:solidFill>
              </a:defRPr>
            </a:lvl4pPr>
            <a:lvl5pPr lvl="4" algn="l">
              <a:lnSpc>
                <a:spcPct val="100000"/>
              </a:lnSpc>
              <a:spcBef>
                <a:spcPts val="0"/>
              </a:spcBef>
              <a:spcAft>
                <a:spcPts val="0"/>
              </a:spcAft>
              <a:buClr>
                <a:schemeClr val="dk1"/>
              </a:buClr>
              <a:buSzPts val="3300"/>
              <a:buNone/>
              <a:defRPr sz="3300">
                <a:solidFill>
                  <a:schemeClr val="dk1"/>
                </a:solidFill>
              </a:defRPr>
            </a:lvl5pPr>
            <a:lvl6pPr lvl="5" algn="l">
              <a:lnSpc>
                <a:spcPct val="100000"/>
              </a:lnSpc>
              <a:spcBef>
                <a:spcPts val="0"/>
              </a:spcBef>
              <a:spcAft>
                <a:spcPts val="0"/>
              </a:spcAft>
              <a:buClr>
                <a:schemeClr val="dk1"/>
              </a:buClr>
              <a:buSzPts val="3300"/>
              <a:buNone/>
              <a:defRPr sz="3300">
                <a:solidFill>
                  <a:schemeClr val="dk1"/>
                </a:solidFill>
              </a:defRPr>
            </a:lvl6pPr>
            <a:lvl7pPr lvl="6" algn="l">
              <a:lnSpc>
                <a:spcPct val="100000"/>
              </a:lnSpc>
              <a:spcBef>
                <a:spcPts val="0"/>
              </a:spcBef>
              <a:spcAft>
                <a:spcPts val="0"/>
              </a:spcAft>
              <a:buClr>
                <a:schemeClr val="dk1"/>
              </a:buClr>
              <a:buSzPts val="3300"/>
              <a:buNone/>
              <a:defRPr sz="3300">
                <a:solidFill>
                  <a:schemeClr val="dk1"/>
                </a:solidFill>
              </a:defRPr>
            </a:lvl7pPr>
            <a:lvl8pPr lvl="7" algn="l">
              <a:lnSpc>
                <a:spcPct val="100000"/>
              </a:lnSpc>
              <a:spcBef>
                <a:spcPts val="0"/>
              </a:spcBef>
              <a:spcAft>
                <a:spcPts val="0"/>
              </a:spcAft>
              <a:buClr>
                <a:schemeClr val="dk1"/>
              </a:buClr>
              <a:buSzPts val="3300"/>
              <a:buNone/>
              <a:defRPr sz="3300">
                <a:solidFill>
                  <a:schemeClr val="dk1"/>
                </a:solidFill>
              </a:defRPr>
            </a:lvl8pPr>
            <a:lvl9pPr lvl="8" algn="l">
              <a:lnSpc>
                <a:spcPct val="100000"/>
              </a:lnSpc>
              <a:spcBef>
                <a:spcPts val="0"/>
              </a:spcBef>
              <a:spcAft>
                <a:spcPts val="0"/>
              </a:spcAft>
              <a:buClr>
                <a:schemeClr val="dk1"/>
              </a:buClr>
              <a:buSzPts val="3300"/>
              <a:buNone/>
              <a:defRPr sz="3300">
                <a:solidFill>
                  <a:schemeClr val="dk1"/>
                </a:solidFill>
              </a:defRPr>
            </a:lvl9pPr>
          </a:lstStyle>
          <a:p/>
        </p:txBody>
      </p:sp>
      <p:sp>
        <p:nvSpPr>
          <p:cNvPr id="44" name="Google Shape;44;g3ccf7679e09_0_237"/>
          <p:cNvSpPr txBox="1"/>
          <p:nvPr>
            <p:ph idx="1" type="body"/>
          </p:nvPr>
        </p:nvSpPr>
        <p:spPr>
          <a:xfrm>
            <a:off x="953467" y="2181733"/>
            <a:ext cx="6282900" cy="2526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000"/>
              </a:spcBef>
              <a:spcAft>
                <a:spcPts val="0"/>
              </a:spcAft>
              <a:buClr>
                <a:schemeClr val="dk1"/>
              </a:buClr>
              <a:buSzPts val="2400"/>
              <a:buChar char="•"/>
              <a:defRPr sz="2400">
                <a:solidFill>
                  <a:schemeClr val="dk1"/>
                </a:solidFill>
              </a:defRPr>
            </a:lvl1pPr>
            <a:lvl2pPr indent="-381000" lvl="1" marL="914400" algn="l">
              <a:lnSpc>
                <a:spcPct val="100000"/>
              </a:lnSpc>
              <a:spcBef>
                <a:spcPts val="500"/>
              </a:spcBef>
              <a:spcAft>
                <a:spcPts val="0"/>
              </a:spcAft>
              <a:buClr>
                <a:schemeClr val="dk1"/>
              </a:buClr>
              <a:buSzPts val="2400"/>
              <a:buChar char="•"/>
              <a:defRPr sz="2400">
                <a:solidFill>
                  <a:schemeClr val="dk1"/>
                </a:solidFill>
              </a:defRPr>
            </a:lvl2pPr>
            <a:lvl3pPr indent="-381000" lvl="2" marL="1371600" algn="l">
              <a:lnSpc>
                <a:spcPct val="100000"/>
              </a:lnSpc>
              <a:spcBef>
                <a:spcPts val="500"/>
              </a:spcBef>
              <a:spcAft>
                <a:spcPts val="0"/>
              </a:spcAft>
              <a:buClr>
                <a:schemeClr val="dk1"/>
              </a:buClr>
              <a:buSzPts val="2400"/>
              <a:buChar char="•"/>
              <a:defRPr sz="2400">
                <a:solidFill>
                  <a:schemeClr val="dk1"/>
                </a:solidFill>
              </a:defRPr>
            </a:lvl3pPr>
            <a:lvl4pPr indent="-381000" lvl="3" marL="1828800" algn="l">
              <a:lnSpc>
                <a:spcPct val="100000"/>
              </a:lnSpc>
              <a:spcBef>
                <a:spcPts val="500"/>
              </a:spcBef>
              <a:spcAft>
                <a:spcPts val="0"/>
              </a:spcAft>
              <a:buClr>
                <a:schemeClr val="dk1"/>
              </a:buClr>
              <a:buSzPts val="2400"/>
              <a:buChar char="•"/>
              <a:defRPr sz="2400">
                <a:solidFill>
                  <a:schemeClr val="dk1"/>
                </a:solidFill>
              </a:defRPr>
            </a:lvl4pPr>
            <a:lvl5pPr indent="-381000" lvl="4" marL="2286000" algn="l">
              <a:lnSpc>
                <a:spcPct val="100000"/>
              </a:lnSpc>
              <a:spcBef>
                <a:spcPts val="500"/>
              </a:spcBef>
              <a:spcAft>
                <a:spcPts val="0"/>
              </a:spcAft>
              <a:buClr>
                <a:schemeClr val="dk1"/>
              </a:buClr>
              <a:buSzPts val="2400"/>
              <a:buChar char="•"/>
              <a:defRPr sz="2400">
                <a:solidFill>
                  <a:schemeClr val="dk1"/>
                </a:solidFill>
              </a:defRPr>
            </a:lvl5pPr>
            <a:lvl6pPr indent="-381000" lvl="5" marL="2743200" algn="l">
              <a:lnSpc>
                <a:spcPct val="100000"/>
              </a:lnSpc>
              <a:spcBef>
                <a:spcPts val="500"/>
              </a:spcBef>
              <a:spcAft>
                <a:spcPts val="0"/>
              </a:spcAft>
              <a:buClr>
                <a:schemeClr val="dk1"/>
              </a:buClr>
              <a:buSzPts val="2400"/>
              <a:buChar char="•"/>
              <a:defRPr sz="2400">
                <a:solidFill>
                  <a:schemeClr val="dk1"/>
                </a:solidFill>
              </a:defRPr>
            </a:lvl6pPr>
            <a:lvl7pPr indent="-381000" lvl="6" marL="3200400" algn="l">
              <a:lnSpc>
                <a:spcPct val="100000"/>
              </a:lnSpc>
              <a:spcBef>
                <a:spcPts val="500"/>
              </a:spcBef>
              <a:spcAft>
                <a:spcPts val="0"/>
              </a:spcAft>
              <a:buClr>
                <a:schemeClr val="dk1"/>
              </a:buClr>
              <a:buSzPts val="2400"/>
              <a:buChar char="•"/>
              <a:defRPr sz="2400">
                <a:solidFill>
                  <a:schemeClr val="dk1"/>
                </a:solidFill>
              </a:defRPr>
            </a:lvl7pPr>
            <a:lvl8pPr indent="-381000" lvl="7" marL="3657600" algn="l">
              <a:lnSpc>
                <a:spcPct val="100000"/>
              </a:lnSpc>
              <a:spcBef>
                <a:spcPts val="500"/>
              </a:spcBef>
              <a:spcAft>
                <a:spcPts val="0"/>
              </a:spcAft>
              <a:buClr>
                <a:schemeClr val="dk1"/>
              </a:buClr>
              <a:buSzPts val="2400"/>
              <a:buChar char="•"/>
              <a:defRPr sz="2400">
                <a:solidFill>
                  <a:schemeClr val="dk1"/>
                </a:solidFill>
              </a:defRPr>
            </a:lvl8pPr>
            <a:lvl9pPr indent="-381000" lvl="8" marL="4114800" algn="l">
              <a:lnSpc>
                <a:spcPct val="100000"/>
              </a:lnSpc>
              <a:spcBef>
                <a:spcPts val="500"/>
              </a:spcBef>
              <a:spcAft>
                <a:spcPts val="0"/>
              </a:spcAft>
              <a:buClr>
                <a:schemeClr val="dk1"/>
              </a:buClr>
              <a:buSzPts val="2400"/>
              <a:buChar char="•"/>
              <a:defRPr sz="2400">
                <a:solidFill>
                  <a:schemeClr val="dk1"/>
                </a:solidFill>
              </a:defRPr>
            </a:lvl9pPr>
          </a:lstStyle>
          <a:p/>
        </p:txBody>
      </p:sp>
      <p:sp>
        <p:nvSpPr>
          <p:cNvPr id="45" name="Google Shape;45;g3ccf7679e09_0_237"/>
          <p:cNvSpPr/>
          <p:nvPr>
            <p:ph idx="2" type="pic"/>
          </p:nvPr>
        </p:nvSpPr>
        <p:spPr>
          <a:xfrm>
            <a:off x="7620233" y="100"/>
            <a:ext cx="4572000" cy="68580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46" name="Shape 46"/>
        <p:cNvGrpSpPr/>
        <p:nvPr/>
      </p:nvGrpSpPr>
      <p:grpSpPr>
        <a:xfrm>
          <a:off x="0" y="0"/>
          <a:ext cx="0" cy="0"/>
          <a:chOff x="0" y="0"/>
          <a:chExt cx="0" cy="0"/>
        </a:xfrm>
      </p:grpSpPr>
      <p:sp>
        <p:nvSpPr>
          <p:cNvPr id="47" name="Google Shape;47;p4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9" name="Google Shape;49;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52" name="Shape 52"/>
        <p:cNvGrpSpPr/>
        <p:nvPr/>
      </p:nvGrpSpPr>
      <p:grpSpPr>
        <a:xfrm>
          <a:off x="0" y="0"/>
          <a:ext cx="0" cy="0"/>
          <a:chOff x="0" y="0"/>
          <a:chExt cx="0" cy="0"/>
        </a:xfrm>
      </p:grpSpPr>
      <p:sp>
        <p:nvSpPr>
          <p:cNvPr id="53" name="Google Shape;53;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49"/>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49"/>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59" name="Shape 59"/>
        <p:cNvGrpSpPr/>
        <p:nvPr/>
      </p:nvGrpSpPr>
      <p:grpSpPr>
        <a:xfrm>
          <a:off x="0" y="0"/>
          <a:ext cx="0" cy="0"/>
          <a:chOff x="0" y="0"/>
          <a:chExt cx="0" cy="0"/>
        </a:xfrm>
      </p:grpSpPr>
      <p:sp>
        <p:nvSpPr>
          <p:cNvPr id="60" name="Google Shape;60;p50"/>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0"/>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2" name="Google Shape;62;p50"/>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50"/>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4" name="Google Shape;64;p50"/>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68" name="Shape 68"/>
        <p:cNvGrpSpPr/>
        <p:nvPr/>
      </p:nvGrpSpPr>
      <p:grpSpPr>
        <a:xfrm>
          <a:off x="0" y="0"/>
          <a:ext cx="0" cy="0"/>
          <a:chOff x="0" y="0"/>
          <a:chExt cx="0" cy="0"/>
        </a:xfrm>
      </p:grpSpPr>
      <p:sp>
        <p:nvSpPr>
          <p:cNvPr id="69" name="Google Shape;69;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73" name="Shape 73"/>
        <p:cNvGrpSpPr/>
        <p:nvPr/>
      </p:nvGrpSpPr>
      <p:grpSpPr>
        <a:xfrm>
          <a:off x="0" y="0"/>
          <a:ext cx="0" cy="0"/>
          <a:chOff x="0" y="0"/>
          <a:chExt cx="0" cy="0"/>
        </a:xfrm>
      </p:grpSpPr>
      <p:sp>
        <p:nvSpPr>
          <p:cNvPr id="74" name="Google Shape;74;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77" name="Shape 77"/>
        <p:cNvGrpSpPr/>
        <p:nvPr/>
      </p:nvGrpSpPr>
      <p:grpSpPr>
        <a:xfrm>
          <a:off x="0" y="0"/>
          <a:ext cx="0" cy="0"/>
          <a:chOff x="0" y="0"/>
          <a:chExt cx="0" cy="0"/>
        </a:xfrm>
      </p:grpSpPr>
      <p:sp>
        <p:nvSpPr>
          <p:cNvPr id="78" name="Google Shape;78;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80" name="Google Shape;80;p5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1" name="Google Shape;81;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84" name="Shape 84"/>
        <p:cNvGrpSpPr/>
        <p:nvPr/>
      </p:nvGrpSpPr>
      <p:grpSpPr>
        <a:xfrm>
          <a:off x="0" y="0"/>
          <a:ext cx="0" cy="0"/>
          <a:chOff x="0" y="0"/>
          <a:chExt cx="0" cy="0"/>
        </a:xfrm>
      </p:grpSpPr>
      <p:sp>
        <p:nvSpPr>
          <p:cNvPr id="85" name="Google Shape;85;p5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54"/>
          <p:cNvSpPr/>
          <p:nvPr>
            <p:ph idx="2" type="pic"/>
          </p:nvPr>
        </p:nvSpPr>
        <p:spPr>
          <a:xfrm>
            <a:off x="5183188" y="987425"/>
            <a:ext cx="6172200" cy="4873625"/>
          </a:xfrm>
          <a:prstGeom prst="rect">
            <a:avLst/>
          </a:prstGeom>
          <a:noFill/>
          <a:ln>
            <a:noFill/>
          </a:ln>
        </p:spPr>
      </p:sp>
      <p:sp>
        <p:nvSpPr>
          <p:cNvPr id="87" name="Google Shape;87;p5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8" name="Google Shape;88;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91" name="Shape 91"/>
        <p:cNvGrpSpPr/>
        <p:nvPr/>
      </p:nvGrpSpPr>
      <p:grpSpPr>
        <a:xfrm>
          <a:off x="0" y="0"/>
          <a:ext cx="0" cy="0"/>
          <a:chOff x="0" y="0"/>
          <a:chExt cx="0" cy="0"/>
        </a:xfrm>
      </p:grpSpPr>
      <p:sp>
        <p:nvSpPr>
          <p:cNvPr id="92" name="Google Shape;92;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5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97" name="Shape 97"/>
        <p:cNvGrpSpPr/>
        <p:nvPr/>
      </p:nvGrpSpPr>
      <p:grpSpPr>
        <a:xfrm>
          <a:off x="0" y="0"/>
          <a:ext cx="0" cy="0"/>
          <a:chOff x="0" y="0"/>
          <a:chExt cx="0" cy="0"/>
        </a:xfrm>
      </p:grpSpPr>
      <p:sp>
        <p:nvSpPr>
          <p:cNvPr id="98" name="Google Shape;98;p5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5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ru-RU"/>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3.png"/><Relationship Id="rId6"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pSp>
        <p:nvGrpSpPr>
          <p:cNvPr id="107" name="Google Shape;107;p2"/>
          <p:cNvGrpSpPr/>
          <p:nvPr/>
        </p:nvGrpSpPr>
        <p:grpSpPr>
          <a:xfrm>
            <a:off x="9353973" y="-1553420"/>
            <a:ext cx="2853949" cy="13716633"/>
            <a:chOff x="9353973" y="-1553420"/>
            <a:chExt cx="2853949" cy="13716633"/>
          </a:xfrm>
        </p:grpSpPr>
        <p:grpSp>
          <p:nvGrpSpPr>
            <p:cNvPr id="108" name="Google Shape;108;p2"/>
            <p:cNvGrpSpPr/>
            <p:nvPr/>
          </p:nvGrpSpPr>
          <p:grpSpPr>
            <a:xfrm>
              <a:off x="9353973" y="-1553420"/>
              <a:ext cx="2838027" cy="13716633"/>
              <a:chOff x="9353973" y="-6079700"/>
              <a:chExt cx="2838027" cy="13716633"/>
            </a:xfrm>
          </p:grpSpPr>
          <p:pic>
            <p:nvPicPr>
              <p:cNvPr id="109" name="Google Shape;109;p2"/>
              <p:cNvPicPr preferRelativeResize="0"/>
              <p:nvPr/>
            </p:nvPicPr>
            <p:blipFill rotWithShape="1">
              <a:blip r:embed="rId3">
                <a:alphaModFix/>
              </a:blip>
              <a:srcRect b="0" l="1284" r="1" t="0"/>
              <a:stretch/>
            </p:blipFill>
            <p:spPr>
              <a:xfrm>
                <a:off x="9353973" y="778933"/>
                <a:ext cx="2838027" cy="6858000"/>
              </a:xfrm>
              <a:prstGeom prst="rect">
                <a:avLst/>
              </a:prstGeom>
              <a:noFill/>
              <a:ln>
                <a:noFill/>
              </a:ln>
            </p:spPr>
          </p:pic>
          <p:pic>
            <p:nvPicPr>
              <p:cNvPr id="110" name="Google Shape;110;p2"/>
              <p:cNvPicPr preferRelativeResize="0"/>
              <p:nvPr/>
            </p:nvPicPr>
            <p:blipFill rotWithShape="1">
              <a:blip r:embed="rId3">
                <a:alphaModFix/>
              </a:blip>
              <a:srcRect b="0" l="1284" r="1" t="0"/>
              <a:stretch/>
            </p:blipFill>
            <p:spPr>
              <a:xfrm>
                <a:off x="9353973" y="-6079700"/>
                <a:ext cx="2838027" cy="6858000"/>
              </a:xfrm>
              <a:prstGeom prst="rect">
                <a:avLst/>
              </a:prstGeom>
              <a:noFill/>
              <a:ln>
                <a:noFill/>
              </a:ln>
            </p:spPr>
          </p:pic>
        </p:grpSp>
        <p:sp>
          <p:nvSpPr>
            <p:cNvPr id="111" name="Google Shape;111;p2"/>
            <p:cNvSpPr/>
            <p:nvPr/>
          </p:nvSpPr>
          <p:spPr>
            <a:xfrm>
              <a:off x="10772986" y="3855493"/>
              <a:ext cx="718429" cy="675564"/>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 name="Google Shape;112;p2"/>
            <p:cNvSpPr/>
            <p:nvPr/>
          </p:nvSpPr>
          <p:spPr>
            <a:xfrm>
              <a:off x="11489493" y="4531056"/>
              <a:ext cx="718429" cy="773523"/>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13" name="Google Shape;113;p2"/>
          <p:cNvSpPr txBox="1"/>
          <p:nvPr/>
        </p:nvSpPr>
        <p:spPr>
          <a:xfrm>
            <a:off x="1060850" y="2662300"/>
            <a:ext cx="6202500" cy="7749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000000"/>
              </a:buClr>
              <a:buSzPts val="4800"/>
              <a:buFont typeface="Arial"/>
              <a:buNone/>
            </a:pPr>
            <a:r>
              <a:rPr b="1" lang="ru-RU" sz="4400">
                <a:solidFill>
                  <a:schemeClr val="dk1"/>
                </a:solidFill>
                <a:latin typeface="IBM Plex Sans"/>
                <a:ea typeface="IBM Plex Sans"/>
                <a:cs typeface="IBM Plex Sans"/>
                <a:sym typeface="IBM Plex Sans"/>
              </a:rPr>
              <a:t>Машинное обучение </a:t>
            </a:r>
            <a:endParaRPr b="1" sz="4400">
              <a:solidFill>
                <a:schemeClr val="dk1"/>
              </a:solidFill>
              <a:latin typeface="IBM Plex Sans"/>
              <a:ea typeface="IBM Plex Sans"/>
              <a:cs typeface="IBM Plex Sans"/>
              <a:sym typeface="IBM Plex Sans"/>
            </a:endParaRPr>
          </a:p>
          <a:p>
            <a:pPr indent="0" lvl="0" marL="0" marR="0" rtl="0" algn="l">
              <a:lnSpc>
                <a:spcPct val="80000"/>
              </a:lnSpc>
              <a:spcBef>
                <a:spcPts val="0"/>
              </a:spcBef>
              <a:spcAft>
                <a:spcPts val="0"/>
              </a:spcAft>
              <a:buClr>
                <a:srgbClr val="000000"/>
              </a:buClr>
              <a:buSzPts val="4800"/>
              <a:buFont typeface="Arial"/>
              <a:buNone/>
            </a:pPr>
            <a:r>
              <a:rPr b="1" lang="ru-RU" sz="4400">
                <a:solidFill>
                  <a:schemeClr val="dk1"/>
                </a:solidFill>
                <a:latin typeface="IBM Plex Sans"/>
                <a:ea typeface="IBM Plex Sans"/>
                <a:cs typeface="IBM Plex Sans"/>
                <a:sym typeface="IBM Plex Sans"/>
              </a:rPr>
              <a:t>в науке</a:t>
            </a:r>
            <a:endParaRPr b="1" i="0" sz="4400" u="none" cap="none" strike="noStrike">
              <a:solidFill>
                <a:schemeClr val="dk1"/>
              </a:solidFill>
              <a:latin typeface="IBM Plex Sans"/>
              <a:ea typeface="IBM Plex Sans"/>
              <a:cs typeface="IBM Plex Sans"/>
              <a:sym typeface="IBM Plex Sans"/>
            </a:endParaRPr>
          </a:p>
        </p:txBody>
      </p:sp>
      <p:sp>
        <p:nvSpPr>
          <p:cNvPr id="114" name="Google Shape;114;p2"/>
          <p:cNvSpPr txBox="1"/>
          <p:nvPr/>
        </p:nvSpPr>
        <p:spPr>
          <a:xfrm>
            <a:off x="1060850" y="3862804"/>
            <a:ext cx="6421800" cy="9429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2400"/>
              <a:buFont typeface="Arial"/>
              <a:buNone/>
            </a:pPr>
            <a:r>
              <a:rPr b="0" i="0" lang="ru-RU" sz="2400" u="none" cap="none" strike="noStrike">
                <a:solidFill>
                  <a:schemeClr val="dk1"/>
                </a:solidFill>
                <a:latin typeface="IBM Plex Sans"/>
                <a:ea typeface="IBM Plex Sans"/>
                <a:cs typeface="IBM Plex Sans"/>
                <a:sym typeface="IBM Plex Sans"/>
              </a:rPr>
              <a:t> </a:t>
            </a:r>
            <a:endParaRPr b="0" i="0" sz="2400" u="none" cap="none" strike="noStrike">
              <a:solidFill>
                <a:schemeClr val="dk1"/>
              </a:solidFill>
              <a:latin typeface="IBM Plex Sans"/>
              <a:ea typeface="IBM Plex Sans"/>
              <a:cs typeface="IBM Plex Sans"/>
              <a:sym typeface="IBM Plex Sans"/>
            </a:endParaRPr>
          </a:p>
        </p:txBody>
      </p:sp>
      <p:sp>
        <p:nvSpPr>
          <p:cNvPr id="115" name="Google Shape;115;p2"/>
          <p:cNvSpPr txBox="1"/>
          <p:nvPr/>
        </p:nvSpPr>
        <p:spPr>
          <a:xfrm>
            <a:off x="1060857" y="6033838"/>
            <a:ext cx="3771900" cy="235500"/>
          </a:xfrm>
          <a:prstGeom prst="rect">
            <a:avLst/>
          </a:prstGeom>
          <a:noFill/>
          <a:ln>
            <a:noFill/>
          </a:ln>
        </p:spPr>
        <p:txBody>
          <a:bodyPr anchorCtr="0" anchor="t" bIns="0" lIns="0" spcFirstLastPara="1" rIns="0" wrap="square" tIns="19875">
            <a:spAutoFit/>
          </a:bodyPr>
          <a:lstStyle/>
          <a:p>
            <a:pPr indent="0" lvl="0" marL="20942" marR="8377" rtl="0" algn="l">
              <a:lnSpc>
                <a:spcPct val="120000"/>
              </a:lnSpc>
              <a:spcBef>
                <a:spcPts val="0"/>
              </a:spcBef>
              <a:spcAft>
                <a:spcPts val="0"/>
              </a:spcAft>
              <a:buClr>
                <a:srgbClr val="000000"/>
              </a:buClr>
              <a:buSzPts val="1400"/>
              <a:buFont typeface="Arial"/>
              <a:buNone/>
            </a:pPr>
            <a:r>
              <a:rPr b="0" i="0" lang="ru-RU" sz="1400" u="none" cap="none" strike="noStrike">
                <a:solidFill>
                  <a:schemeClr val="dk1"/>
                </a:solidFill>
                <a:latin typeface="IBM Plex Sans"/>
                <a:ea typeface="IBM Plex Sans"/>
                <a:cs typeface="IBM Plex Sans"/>
                <a:sym typeface="IBM Plex Sans"/>
              </a:rPr>
              <a:t>ularionova@mail.tsu.ru</a:t>
            </a:r>
            <a:endParaRPr b="0" i="0" sz="1400" u="none" cap="none" strike="noStrike">
              <a:solidFill>
                <a:schemeClr val="dk1"/>
              </a:solidFill>
              <a:latin typeface="IBM Plex Sans"/>
              <a:ea typeface="IBM Plex Sans"/>
              <a:cs typeface="IBM Plex Sans"/>
              <a:sym typeface="IBM Plex Sans"/>
            </a:endParaRPr>
          </a:p>
        </p:txBody>
      </p:sp>
      <p:sp>
        <p:nvSpPr>
          <p:cNvPr id="116" name="Google Shape;116;p2"/>
          <p:cNvSpPr txBox="1"/>
          <p:nvPr/>
        </p:nvSpPr>
        <p:spPr>
          <a:xfrm>
            <a:off x="1060857" y="5282291"/>
            <a:ext cx="4032300" cy="561900"/>
          </a:xfrm>
          <a:prstGeom prst="rect">
            <a:avLst/>
          </a:prstGeom>
          <a:noFill/>
          <a:ln>
            <a:noFill/>
          </a:ln>
        </p:spPr>
        <p:txBody>
          <a:bodyPr anchorCtr="0" anchor="t" bIns="0" lIns="0" spcFirstLastPara="1" rIns="0" wrap="square" tIns="19875">
            <a:spAutoFit/>
          </a:bodyPr>
          <a:lstStyle/>
          <a:p>
            <a:pPr indent="0" lvl="0" marL="20942" marR="8377" rtl="0" algn="l">
              <a:lnSpc>
                <a:spcPct val="12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Ларионова Ульяна</a:t>
            </a:r>
            <a:endParaRPr b="0" i="0" sz="1400" u="none" cap="none" strike="noStrike">
              <a:solidFill>
                <a:srgbClr val="000000"/>
              </a:solidFill>
              <a:latin typeface="Arial"/>
              <a:ea typeface="Arial"/>
              <a:cs typeface="Arial"/>
              <a:sym typeface="Arial"/>
            </a:endParaRPr>
          </a:p>
          <a:p>
            <a:pPr indent="0" lvl="0" marL="20942" marR="8377" rtl="0" algn="l">
              <a:lnSpc>
                <a:spcPct val="120000"/>
              </a:lnSpc>
              <a:spcBef>
                <a:spcPts val="0"/>
              </a:spcBef>
              <a:spcAft>
                <a:spcPts val="0"/>
              </a:spcAft>
              <a:buClr>
                <a:srgbClr val="000000"/>
              </a:buClr>
              <a:buSzPts val="1600"/>
              <a:buFont typeface="Arial"/>
              <a:buNone/>
            </a:pPr>
            <a:r>
              <a:rPr b="0" i="0" lang="ru-RU" sz="1600" u="none" cap="none" strike="noStrike">
                <a:solidFill>
                  <a:schemeClr val="dk1"/>
                </a:solidFill>
                <a:latin typeface="IBM Plex Sans"/>
                <a:ea typeface="IBM Plex Sans"/>
                <a:cs typeface="IBM Plex Sans"/>
                <a:sym typeface="IBM Plex Sans"/>
              </a:rPr>
              <a:t>Преподаватель</a:t>
            </a:r>
            <a:endParaRPr b="0" i="0" sz="1600" u="none" cap="none" strike="noStrike">
              <a:solidFill>
                <a:schemeClr val="dk1"/>
              </a:solidFill>
              <a:latin typeface="IBM Plex Sans"/>
              <a:ea typeface="IBM Plex Sans"/>
              <a:cs typeface="IBM Plex Sans"/>
              <a:sym typeface="IBM Plex Sans"/>
            </a:endParaRPr>
          </a:p>
        </p:txBody>
      </p:sp>
      <p:pic>
        <p:nvPicPr>
          <p:cNvPr id="117" name="Google Shape;117;p2"/>
          <p:cNvPicPr preferRelativeResize="0"/>
          <p:nvPr/>
        </p:nvPicPr>
        <p:blipFill rotWithShape="1">
          <a:blip r:embed="rId4">
            <a:alphaModFix/>
          </a:blip>
          <a:srcRect b="0" l="0" r="0" t="0"/>
          <a:stretch/>
        </p:blipFill>
        <p:spPr>
          <a:xfrm flipH="1" rot="10800000">
            <a:off x="8976462" y="3862790"/>
            <a:ext cx="2872245" cy="2884213"/>
          </a:xfrm>
          <a:prstGeom prst="rect">
            <a:avLst/>
          </a:prstGeom>
          <a:noFill/>
          <a:ln>
            <a:noFill/>
          </a:ln>
        </p:spPr>
      </p:pic>
      <p:pic>
        <p:nvPicPr>
          <p:cNvPr id="118" name="Google Shape;118;p2"/>
          <p:cNvPicPr preferRelativeResize="0"/>
          <p:nvPr/>
        </p:nvPicPr>
        <p:blipFill rotWithShape="1">
          <a:blip r:embed="rId5">
            <a:alphaModFix/>
          </a:blip>
          <a:srcRect b="0" l="0" r="0" t="0"/>
          <a:stretch/>
        </p:blipFill>
        <p:spPr>
          <a:xfrm>
            <a:off x="2180216" y="336521"/>
            <a:ext cx="1565995" cy="562924"/>
          </a:xfrm>
          <a:prstGeom prst="rect">
            <a:avLst/>
          </a:prstGeom>
          <a:noFill/>
          <a:ln>
            <a:noFill/>
          </a:ln>
        </p:spPr>
      </p:pic>
      <p:pic>
        <p:nvPicPr>
          <p:cNvPr id="119" name="Google Shape;119;p2"/>
          <p:cNvPicPr preferRelativeResize="0"/>
          <p:nvPr/>
        </p:nvPicPr>
        <p:blipFill rotWithShape="1">
          <a:blip r:embed="rId6">
            <a:alphaModFix/>
          </a:blip>
          <a:srcRect b="0" l="0" r="0" t="0"/>
          <a:stretch/>
        </p:blipFill>
        <p:spPr>
          <a:xfrm>
            <a:off x="1055688" y="285516"/>
            <a:ext cx="677246" cy="7749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grpSp>
        <p:nvGrpSpPr>
          <p:cNvPr id="124" name="Google Shape;124;g3d450b6c4da_0_1"/>
          <p:cNvGrpSpPr/>
          <p:nvPr/>
        </p:nvGrpSpPr>
        <p:grpSpPr>
          <a:xfrm>
            <a:off x="9353973" y="-1553420"/>
            <a:ext cx="2854020" cy="13716631"/>
            <a:chOff x="9353973" y="-1553420"/>
            <a:chExt cx="2854020" cy="13716631"/>
          </a:xfrm>
        </p:grpSpPr>
        <p:grpSp>
          <p:nvGrpSpPr>
            <p:cNvPr id="125" name="Google Shape;125;g3d450b6c4da_0_1"/>
            <p:cNvGrpSpPr/>
            <p:nvPr/>
          </p:nvGrpSpPr>
          <p:grpSpPr>
            <a:xfrm>
              <a:off x="9353973" y="-1553420"/>
              <a:ext cx="2838027" cy="13716631"/>
              <a:chOff x="9353973" y="-6079700"/>
              <a:chExt cx="2838027" cy="13716631"/>
            </a:xfrm>
          </p:grpSpPr>
          <p:pic>
            <p:nvPicPr>
              <p:cNvPr id="126" name="Google Shape;126;g3d450b6c4da_0_1"/>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27" name="Google Shape;127;g3d450b6c4da_0_1"/>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28" name="Google Shape;128;g3d450b6c4da_0_1"/>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9" name="Google Shape;129;g3d450b6c4da_0_1"/>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30" name="Google Shape;130;g3d450b6c4da_0_1"/>
          <p:cNvPicPr preferRelativeResize="0"/>
          <p:nvPr/>
        </p:nvPicPr>
        <p:blipFill rotWithShape="1">
          <a:blip r:embed="rId4">
            <a:alphaModFix/>
          </a:blip>
          <a:srcRect b="0" l="0" r="0" t="0"/>
          <a:stretch/>
        </p:blipFill>
        <p:spPr>
          <a:xfrm flipH="1" rot="10800000">
            <a:off x="8976462" y="3862790"/>
            <a:ext cx="2872246" cy="2884213"/>
          </a:xfrm>
          <a:prstGeom prst="rect">
            <a:avLst/>
          </a:prstGeom>
          <a:noFill/>
          <a:ln>
            <a:noFill/>
          </a:ln>
        </p:spPr>
      </p:pic>
      <p:sp>
        <p:nvSpPr>
          <p:cNvPr id="131" name="Google Shape;131;g3d450b6c4da_0_1"/>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lang="ru-RU" sz="3600">
                <a:solidFill>
                  <a:schemeClr val="dk1"/>
                </a:solidFill>
                <a:latin typeface="IBM Plex Sans"/>
                <a:ea typeface="IBM Plex Sans"/>
                <a:cs typeface="IBM Plex Sans"/>
                <a:sym typeface="IBM Plex Sans"/>
              </a:rPr>
              <a:t>Шаг 1. Определение цели исследования</a:t>
            </a:r>
            <a:endParaRPr b="1" i="0" sz="3600" u="none" cap="none" strike="noStrike">
              <a:solidFill>
                <a:schemeClr val="dk1"/>
              </a:solidFill>
              <a:latin typeface="IBM Plex Sans"/>
              <a:ea typeface="IBM Plex Sans"/>
              <a:cs typeface="IBM Plex Sans"/>
              <a:sym typeface="IBM Plex Sans"/>
            </a:endParaRPr>
          </a:p>
        </p:txBody>
      </p:sp>
      <p:sp>
        <p:nvSpPr>
          <p:cNvPr id="132" name="Google Shape;132;g3d450b6c4da_0_1"/>
          <p:cNvSpPr txBox="1"/>
          <p:nvPr/>
        </p:nvSpPr>
        <p:spPr>
          <a:xfrm>
            <a:off x="1055700" y="2132375"/>
            <a:ext cx="5595000" cy="83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Font typeface="IBM Plex Sans"/>
              <a:buChar char="-"/>
            </a:pPr>
            <a:r>
              <a:rPr lang="ru-RU">
                <a:latin typeface="IBM Plex Sans"/>
                <a:ea typeface="IBM Plex Sans"/>
                <a:cs typeface="IBM Plex Sans"/>
                <a:sym typeface="IBM Plex Sans"/>
              </a:rPr>
              <a:t>Что вы хотите исследовать?</a:t>
            </a:r>
            <a:endParaRPr>
              <a:latin typeface="IBM Plex Sans"/>
              <a:ea typeface="IBM Plex Sans"/>
              <a:cs typeface="IBM Plex Sans"/>
              <a:sym typeface="IBM Plex Sans"/>
            </a:endParaRPr>
          </a:p>
          <a:p>
            <a:pPr indent="-317500" lvl="0" marL="457200" rtl="0" algn="l">
              <a:spcBef>
                <a:spcPts val="0"/>
              </a:spcBef>
              <a:spcAft>
                <a:spcPts val="0"/>
              </a:spcAft>
              <a:buSzPts val="1400"/>
              <a:buFont typeface="IBM Plex Sans"/>
              <a:buChar char="-"/>
            </a:pPr>
            <a:r>
              <a:rPr lang="ru-RU">
                <a:latin typeface="IBM Plex Sans"/>
                <a:ea typeface="IBM Plex Sans"/>
                <a:cs typeface="IBM Plex Sans"/>
                <a:sym typeface="IBM Plex Sans"/>
              </a:rPr>
              <a:t>На кого распространяются выводы?</a:t>
            </a:r>
            <a:endParaRPr>
              <a:latin typeface="IBM Plex Sans"/>
              <a:ea typeface="IBM Plex Sans"/>
              <a:cs typeface="IBM Plex Sans"/>
              <a:sym typeface="IBM Plex Sans"/>
            </a:endParaRPr>
          </a:p>
          <a:p>
            <a:pPr indent="-317500" lvl="0" marL="457200" rtl="0" algn="l">
              <a:spcBef>
                <a:spcPts val="0"/>
              </a:spcBef>
              <a:spcAft>
                <a:spcPts val="0"/>
              </a:spcAft>
              <a:buSzPts val="1400"/>
              <a:buFont typeface="IBM Plex Sans"/>
              <a:buChar char="-"/>
            </a:pPr>
            <a:r>
              <a:rPr lang="ru-RU">
                <a:latin typeface="IBM Plex Sans"/>
                <a:ea typeface="IBM Plex Sans"/>
                <a:cs typeface="IBM Plex Sans"/>
                <a:sym typeface="IBM Plex Sans"/>
              </a:rPr>
              <a:t>Почему выбрана именно эта совокупность?</a:t>
            </a:r>
            <a:endParaRPr>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grpSp>
        <p:nvGrpSpPr>
          <p:cNvPr id="137" name="Google Shape;137;g3d450b6c4da_0_27"/>
          <p:cNvGrpSpPr/>
          <p:nvPr/>
        </p:nvGrpSpPr>
        <p:grpSpPr>
          <a:xfrm>
            <a:off x="9353973" y="-1553420"/>
            <a:ext cx="2854020" cy="13716631"/>
            <a:chOff x="9353973" y="-1553420"/>
            <a:chExt cx="2854020" cy="13716631"/>
          </a:xfrm>
        </p:grpSpPr>
        <p:grpSp>
          <p:nvGrpSpPr>
            <p:cNvPr id="138" name="Google Shape;138;g3d450b6c4da_0_27"/>
            <p:cNvGrpSpPr/>
            <p:nvPr/>
          </p:nvGrpSpPr>
          <p:grpSpPr>
            <a:xfrm>
              <a:off x="9353973" y="-1553420"/>
              <a:ext cx="2838027" cy="13716631"/>
              <a:chOff x="9353973" y="-6079700"/>
              <a:chExt cx="2838027" cy="13716631"/>
            </a:xfrm>
          </p:grpSpPr>
          <p:pic>
            <p:nvPicPr>
              <p:cNvPr id="139" name="Google Shape;139;g3d450b6c4da_0_27"/>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40" name="Google Shape;140;g3d450b6c4da_0_27"/>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41" name="Google Shape;141;g3d450b6c4da_0_27"/>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2" name="Google Shape;142;g3d450b6c4da_0_27"/>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43" name="Google Shape;143;g3d450b6c4da_0_27"/>
          <p:cNvPicPr preferRelativeResize="0"/>
          <p:nvPr/>
        </p:nvPicPr>
        <p:blipFill rotWithShape="1">
          <a:blip r:embed="rId4">
            <a:alphaModFix/>
          </a:blip>
          <a:srcRect b="0" l="0" r="0" t="0"/>
          <a:stretch/>
        </p:blipFill>
        <p:spPr>
          <a:xfrm flipH="1" rot="10800000">
            <a:off x="8976462" y="3862790"/>
            <a:ext cx="2872246" cy="2884213"/>
          </a:xfrm>
          <a:prstGeom prst="rect">
            <a:avLst/>
          </a:prstGeom>
          <a:noFill/>
          <a:ln>
            <a:noFill/>
          </a:ln>
        </p:spPr>
      </p:pic>
      <p:sp>
        <p:nvSpPr>
          <p:cNvPr id="144" name="Google Shape;144;g3d450b6c4da_0_27"/>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lang="ru-RU" sz="3600">
                <a:solidFill>
                  <a:schemeClr val="dk1"/>
                </a:solidFill>
                <a:latin typeface="IBM Plex Sans"/>
                <a:ea typeface="IBM Plex Sans"/>
                <a:cs typeface="IBM Plex Sans"/>
                <a:sym typeface="IBM Plex Sans"/>
              </a:rPr>
              <a:t>Шаг 2. Изучите данные</a:t>
            </a:r>
            <a:endParaRPr b="1" i="0" sz="3600" u="none" cap="none" strike="noStrike">
              <a:solidFill>
                <a:schemeClr val="dk1"/>
              </a:solidFill>
              <a:latin typeface="IBM Plex Sans"/>
              <a:ea typeface="IBM Plex Sans"/>
              <a:cs typeface="IBM Plex Sans"/>
              <a:sym typeface="IBM Plex Sans"/>
            </a:endParaRPr>
          </a:p>
        </p:txBody>
      </p:sp>
      <p:sp>
        <p:nvSpPr>
          <p:cNvPr id="145" name="Google Shape;145;g3d450b6c4da_0_27"/>
          <p:cNvSpPr txBox="1"/>
          <p:nvPr/>
        </p:nvSpPr>
        <p:spPr>
          <a:xfrm>
            <a:off x="1055700" y="1860225"/>
            <a:ext cx="76341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a:latin typeface="IBM Plex Sans"/>
                <a:ea typeface="IBM Plex Sans"/>
                <a:cs typeface="IBM Plex Sans"/>
                <a:sym typeface="IBM Plex Sans"/>
              </a:rPr>
              <a:t>1. Источник данных</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Открытый набор / самостоятельный сбор (анкетирование и т.д.)</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Сильные и слабые стороны источника</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2. Выборка</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Как формировалась (метод)</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Почему репрезентирует генеральную совокупность</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3. Пригодность данных</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Какие ограничения (неполнота, смещение)</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Почему подходят именно для вашей задачи</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4. Целевая переменная</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Определение</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Описательная статистика (среднее, медиана, доли)</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Оценка дисбаланса классов (например, 70/30)</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5. Объём и признаки</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Количество записей (N =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Перечень признаков + краткие характеристики (тип, диапазон, пропуски)</a:t>
            </a:r>
            <a:endParaRPr>
              <a:latin typeface="IBM Plex Sans"/>
              <a:ea typeface="IBM Plex Sans"/>
              <a:cs typeface="IBM Plex Sans"/>
              <a:sym typeface="IBM Plex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grpSp>
        <p:nvGrpSpPr>
          <p:cNvPr id="150" name="Google Shape;150;g3d450b6c4da_0_39"/>
          <p:cNvGrpSpPr/>
          <p:nvPr/>
        </p:nvGrpSpPr>
        <p:grpSpPr>
          <a:xfrm>
            <a:off x="9353973" y="-1553420"/>
            <a:ext cx="2854020" cy="13716631"/>
            <a:chOff x="9353973" y="-1553420"/>
            <a:chExt cx="2854020" cy="13716631"/>
          </a:xfrm>
        </p:grpSpPr>
        <p:grpSp>
          <p:nvGrpSpPr>
            <p:cNvPr id="151" name="Google Shape;151;g3d450b6c4da_0_39"/>
            <p:cNvGrpSpPr/>
            <p:nvPr/>
          </p:nvGrpSpPr>
          <p:grpSpPr>
            <a:xfrm>
              <a:off x="9353973" y="-1553420"/>
              <a:ext cx="2838027" cy="13716631"/>
              <a:chOff x="9353973" y="-6079700"/>
              <a:chExt cx="2838027" cy="13716631"/>
            </a:xfrm>
          </p:grpSpPr>
          <p:pic>
            <p:nvPicPr>
              <p:cNvPr id="152" name="Google Shape;152;g3d450b6c4da_0_39"/>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53" name="Google Shape;153;g3d450b6c4da_0_39"/>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54" name="Google Shape;154;g3d450b6c4da_0_39"/>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 name="Google Shape;155;g3d450b6c4da_0_39"/>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56" name="Google Shape;156;g3d450b6c4da_0_39"/>
          <p:cNvPicPr preferRelativeResize="0"/>
          <p:nvPr/>
        </p:nvPicPr>
        <p:blipFill rotWithShape="1">
          <a:blip r:embed="rId4">
            <a:alphaModFix/>
          </a:blip>
          <a:srcRect b="0" l="0" r="0" t="0"/>
          <a:stretch/>
        </p:blipFill>
        <p:spPr>
          <a:xfrm flipH="1" rot="10800000">
            <a:off x="8976462" y="3862790"/>
            <a:ext cx="2872246" cy="2884213"/>
          </a:xfrm>
          <a:prstGeom prst="rect">
            <a:avLst/>
          </a:prstGeom>
          <a:noFill/>
          <a:ln>
            <a:noFill/>
          </a:ln>
        </p:spPr>
      </p:pic>
      <p:sp>
        <p:nvSpPr>
          <p:cNvPr id="157" name="Google Shape;157;g3d450b6c4da_0_39"/>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lang="ru-RU" sz="3600">
                <a:solidFill>
                  <a:schemeClr val="dk1"/>
                </a:solidFill>
                <a:latin typeface="IBM Plex Sans"/>
                <a:ea typeface="IBM Plex Sans"/>
                <a:cs typeface="IBM Plex Sans"/>
                <a:sym typeface="IBM Plex Sans"/>
              </a:rPr>
              <a:t>Шаг 2. Изучите данные</a:t>
            </a:r>
            <a:endParaRPr b="1" i="0" sz="3600" u="none" cap="none" strike="noStrike">
              <a:solidFill>
                <a:schemeClr val="dk1"/>
              </a:solidFill>
              <a:latin typeface="IBM Plex Sans"/>
              <a:ea typeface="IBM Plex Sans"/>
              <a:cs typeface="IBM Plex Sans"/>
              <a:sym typeface="IBM Plex Sans"/>
            </a:endParaRPr>
          </a:p>
        </p:txBody>
      </p:sp>
      <p:sp>
        <p:nvSpPr>
          <p:cNvPr id="158" name="Google Shape;158;g3d450b6c4da_0_39"/>
          <p:cNvSpPr txBox="1"/>
          <p:nvPr/>
        </p:nvSpPr>
        <p:spPr>
          <a:xfrm>
            <a:off x="1055700" y="1860225"/>
            <a:ext cx="76341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a:latin typeface="IBM Plex Sans"/>
                <a:ea typeface="IBM Plex Sans"/>
                <a:cs typeface="IBM Plex Sans"/>
                <a:sym typeface="IBM Plex Sans"/>
              </a:rPr>
              <a:t>1. Источник данных</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Открытый набор / самостоятельный сбор (анкетирование и т.д.)</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Сильные и слабые стороны источника</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2. Выборка</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Как формировалась (метод)</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Почему репрезентирует генеральную совокупность</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3. Пригодность данных</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Какие ограничения (неполнота, смещение)</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Почему подходят именно для вашей задачи</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4. Целевая переменная</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Определение</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Описательная статистика (среднее, медиана, доли)</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Оценка дисбаланса классов (например, 70/30)</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5. Объём и признаки</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Количество записей (N =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Перечень признаков + краткие характеристики (тип, диапазон, пропуски)</a:t>
            </a:r>
            <a:endParaRPr>
              <a:latin typeface="IBM Plex Sans"/>
              <a:ea typeface="IBM Plex Sans"/>
              <a:cs typeface="IBM Plex Sans"/>
              <a:sym typeface="IBM Plex Sans"/>
            </a:endParaRPr>
          </a:p>
        </p:txBody>
      </p:sp>
      <p:sp>
        <p:nvSpPr>
          <p:cNvPr id="159" name="Google Shape;159;g3d450b6c4da_0_39"/>
          <p:cNvSpPr txBox="1"/>
          <p:nvPr/>
        </p:nvSpPr>
        <p:spPr>
          <a:xfrm>
            <a:off x="634200" y="6354825"/>
            <a:ext cx="8436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ru-RU" sz="1000">
                <a:solidFill>
                  <a:srgbClr val="0F1115"/>
                </a:solidFill>
                <a:highlight>
                  <a:srgbClr val="FFFFFF"/>
                </a:highlight>
                <a:latin typeface="Roboto"/>
                <a:ea typeface="Roboto"/>
                <a:cs typeface="Roboto"/>
                <a:sym typeface="Roboto"/>
              </a:rPr>
              <a:t>Источник:</a:t>
            </a:r>
            <a:r>
              <a:rPr lang="ru-RU" sz="1000">
                <a:solidFill>
                  <a:srgbClr val="0F1115"/>
                </a:solidFill>
                <a:highlight>
                  <a:srgbClr val="FFFFFF"/>
                </a:highlight>
                <a:latin typeface="Roboto"/>
                <a:ea typeface="Roboto"/>
                <a:cs typeface="Roboto"/>
                <a:sym typeface="Roboto"/>
              </a:rPr>
              <a:t> Caruana, R., Lou, Y., Gehrke, J., Koch, P., Sturm, M., &amp; Elhadad, N. (2015). Intelligible Models for HealthCare: Predicting Pneumonia Risk and Hospital 30-day Readmission. </a:t>
            </a:r>
            <a:r>
              <a:rPr i="1" lang="ru-RU" sz="1000">
                <a:solidFill>
                  <a:srgbClr val="0F1115"/>
                </a:solidFill>
                <a:highlight>
                  <a:srgbClr val="FFFFFF"/>
                </a:highlight>
                <a:latin typeface="Roboto"/>
                <a:ea typeface="Roboto"/>
                <a:cs typeface="Roboto"/>
                <a:sym typeface="Roboto"/>
              </a:rPr>
              <a:t>Proceedings of the 21th ACM SIGKDD International Conference on Knowledge Discovery and Data Mining</a:t>
            </a:r>
            <a:r>
              <a:rPr lang="ru-RU" sz="1000">
                <a:solidFill>
                  <a:srgbClr val="0F1115"/>
                </a:solidFill>
                <a:highlight>
                  <a:srgbClr val="FFFFFF"/>
                </a:highlight>
                <a:latin typeface="Roboto"/>
                <a:ea typeface="Roboto"/>
                <a:cs typeface="Roboto"/>
                <a:sym typeface="Roboto"/>
              </a:rPr>
              <a:t>.</a:t>
            </a:r>
            <a:endParaRPr sz="1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grpSp>
        <p:nvGrpSpPr>
          <p:cNvPr id="164" name="Google Shape;164;g3d450b6c4da_0_15"/>
          <p:cNvGrpSpPr/>
          <p:nvPr/>
        </p:nvGrpSpPr>
        <p:grpSpPr>
          <a:xfrm>
            <a:off x="9353973" y="-1553420"/>
            <a:ext cx="2854020" cy="13716631"/>
            <a:chOff x="9353973" y="-1553420"/>
            <a:chExt cx="2854020" cy="13716631"/>
          </a:xfrm>
        </p:grpSpPr>
        <p:grpSp>
          <p:nvGrpSpPr>
            <p:cNvPr id="165" name="Google Shape;165;g3d450b6c4da_0_15"/>
            <p:cNvGrpSpPr/>
            <p:nvPr/>
          </p:nvGrpSpPr>
          <p:grpSpPr>
            <a:xfrm>
              <a:off x="9353973" y="-1553420"/>
              <a:ext cx="2838027" cy="13716631"/>
              <a:chOff x="9353973" y="-6079700"/>
              <a:chExt cx="2838027" cy="13716631"/>
            </a:xfrm>
          </p:grpSpPr>
          <p:pic>
            <p:nvPicPr>
              <p:cNvPr id="166" name="Google Shape;166;g3d450b6c4da_0_15"/>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67" name="Google Shape;167;g3d450b6c4da_0_15"/>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68" name="Google Shape;168;g3d450b6c4da_0_15"/>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 name="Google Shape;169;g3d450b6c4da_0_15"/>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70" name="Google Shape;170;g3d450b6c4da_0_15"/>
          <p:cNvPicPr preferRelativeResize="0"/>
          <p:nvPr/>
        </p:nvPicPr>
        <p:blipFill rotWithShape="1">
          <a:blip r:embed="rId4">
            <a:alphaModFix/>
          </a:blip>
          <a:srcRect b="0" l="0" r="0" t="0"/>
          <a:stretch/>
        </p:blipFill>
        <p:spPr>
          <a:xfrm flipH="1" rot="10800000">
            <a:off x="8976462" y="3862790"/>
            <a:ext cx="2872246" cy="2884213"/>
          </a:xfrm>
          <a:prstGeom prst="rect">
            <a:avLst/>
          </a:prstGeom>
          <a:noFill/>
          <a:ln>
            <a:noFill/>
          </a:ln>
        </p:spPr>
      </p:pic>
      <p:sp>
        <p:nvSpPr>
          <p:cNvPr id="171" name="Google Shape;171;g3d450b6c4da_0_15"/>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lang="ru-RU" sz="3600">
                <a:solidFill>
                  <a:schemeClr val="dk1"/>
                </a:solidFill>
                <a:latin typeface="IBM Plex Sans"/>
                <a:ea typeface="IBM Plex Sans"/>
                <a:cs typeface="IBM Plex Sans"/>
                <a:sym typeface="IBM Plex Sans"/>
              </a:rPr>
              <a:t>Шаг 3. Выбор метрики</a:t>
            </a:r>
            <a:endParaRPr b="1" i="0" sz="3600" u="none" cap="none" strike="noStrike">
              <a:solidFill>
                <a:schemeClr val="dk1"/>
              </a:solidFill>
              <a:latin typeface="IBM Plex Sans"/>
              <a:ea typeface="IBM Plex Sans"/>
              <a:cs typeface="IBM Plex Sans"/>
              <a:sym typeface="IBM Plex Sans"/>
            </a:endParaRPr>
          </a:p>
        </p:txBody>
      </p:sp>
      <p:sp>
        <p:nvSpPr>
          <p:cNvPr id="172" name="Google Shape;172;g3d450b6c4da_0_15"/>
          <p:cNvSpPr txBox="1"/>
          <p:nvPr/>
        </p:nvSpPr>
        <p:spPr>
          <a:xfrm>
            <a:off x="1055700" y="2132375"/>
            <a:ext cx="55950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a:latin typeface="IBM Plex Sans"/>
                <a:ea typeface="IBM Plex Sans"/>
                <a:cs typeface="IBM Plex Sans"/>
                <a:sym typeface="IBM Plex Sans"/>
              </a:rPr>
              <a:t>Метрика должна соответствовать цели исследования, а не быть «удобной».</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Ошибка 1: выбрать из 10 метрик ту, где модель выигрывает, и отчитаться только по ней — недобросовестно и вводит в заблуждение.</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Ошибка 2: игнорировать дисбаланс классов.</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Пример: accuracy = 95% при 95% одного класса — модель бесполезна.</a:t>
            </a:r>
            <a:endParaRPr>
              <a:latin typeface="IBM Plex Sans"/>
              <a:ea typeface="IBM Plex Sans"/>
              <a:cs typeface="IBM Plex Sans"/>
              <a:sym typeface="IBM Plex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grpSp>
        <p:nvGrpSpPr>
          <p:cNvPr id="177" name="Google Shape;177;g3d450b6c4da_0_52"/>
          <p:cNvGrpSpPr/>
          <p:nvPr/>
        </p:nvGrpSpPr>
        <p:grpSpPr>
          <a:xfrm>
            <a:off x="9353973" y="-1553420"/>
            <a:ext cx="2854020" cy="13716631"/>
            <a:chOff x="9353973" y="-1553420"/>
            <a:chExt cx="2854020" cy="13716631"/>
          </a:xfrm>
        </p:grpSpPr>
        <p:grpSp>
          <p:nvGrpSpPr>
            <p:cNvPr id="178" name="Google Shape;178;g3d450b6c4da_0_52"/>
            <p:cNvGrpSpPr/>
            <p:nvPr/>
          </p:nvGrpSpPr>
          <p:grpSpPr>
            <a:xfrm>
              <a:off x="9353973" y="-1553420"/>
              <a:ext cx="2838027" cy="13716631"/>
              <a:chOff x="9353973" y="-6079700"/>
              <a:chExt cx="2838027" cy="13716631"/>
            </a:xfrm>
          </p:grpSpPr>
          <p:pic>
            <p:nvPicPr>
              <p:cNvPr id="179" name="Google Shape;179;g3d450b6c4da_0_52"/>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80" name="Google Shape;180;g3d450b6c4da_0_52"/>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81" name="Google Shape;181;g3d450b6c4da_0_52"/>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2" name="Google Shape;182;g3d450b6c4da_0_52"/>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83" name="Google Shape;183;g3d450b6c4da_0_52"/>
          <p:cNvPicPr preferRelativeResize="0"/>
          <p:nvPr/>
        </p:nvPicPr>
        <p:blipFill rotWithShape="1">
          <a:blip r:embed="rId4">
            <a:alphaModFix/>
          </a:blip>
          <a:srcRect b="0" l="0" r="0" t="0"/>
          <a:stretch/>
        </p:blipFill>
        <p:spPr>
          <a:xfrm flipH="1" rot="10800000">
            <a:off x="8976462" y="3862790"/>
            <a:ext cx="2872246" cy="2884213"/>
          </a:xfrm>
          <a:prstGeom prst="rect">
            <a:avLst/>
          </a:prstGeom>
          <a:noFill/>
          <a:ln>
            <a:noFill/>
          </a:ln>
        </p:spPr>
      </p:pic>
      <p:sp>
        <p:nvSpPr>
          <p:cNvPr id="184" name="Google Shape;184;g3d450b6c4da_0_52"/>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lang="ru-RU" sz="3600">
                <a:solidFill>
                  <a:schemeClr val="dk1"/>
                </a:solidFill>
                <a:latin typeface="IBM Plex Sans"/>
                <a:ea typeface="IBM Plex Sans"/>
                <a:cs typeface="IBM Plex Sans"/>
                <a:sym typeface="IBM Plex Sans"/>
              </a:rPr>
              <a:t>Шаг 4. Воспроизводимость</a:t>
            </a:r>
            <a:endParaRPr b="1" i="0" sz="3600" u="none" cap="none" strike="noStrike">
              <a:solidFill>
                <a:schemeClr val="dk1"/>
              </a:solidFill>
              <a:latin typeface="IBM Plex Sans"/>
              <a:ea typeface="IBM Plex Sans"/>
              <a:cs typeface="IBM Plex Sans"/>
              <a:sym typeface="IBM Plex Sans"/>
            </a:endParaRPr>
          </a:p>
        </p:txBody>
      </p:sp>
      <p:sp>
        <p:nvSpPr>
          <p:cNvPr id="185" name="Google Shape;185;g3d450b6c4da_0_52"/>
          <p:cNvSpPr txBox="1"/>
          <p:nvPr/>
        </p:nvSpPr>
        <p:spPr>
          <a:xfrm>
            <a:off x="1055700" y="2132375"/>
            <a:ext cx="65508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a:latin typeface="IBM Plex Sans"/>
                <a:ea typeface="IBM Plex Sans"/>
                <a:cs typeface="IBM Plex Sans"/>
                <a:sym typeface="IBM Plex Sans"/>
              </a:rPr>
              <a:t>Воспроизводимость = идентичные результаты при повторном запуске</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solidFill>
                  <a:schemeClr val="dk1"/>
                </a:solidFill>
                <a:latin typeface="IBM Plex Sans"/>
                <a:ea typeface="IBM Plex Sans"/>
                <a:cs typeface="IBM Plex Sans"/>
                <a:sym typeface="IBM Plex Sans"/>
              </a:rPr>
              <a:t>Что фиксируем:</a:t>
            </a:r>
            <a:endParaRPr>
              <a:solidFill>
                <a:schemeClr val="dk1"/>
              </a:solidFill>
              <a:latin typeface="IBM Plex Sans"/>
              <a:ea typeface="IBM Plex Sans"/>
              <a:cs typeface="IBM Plex Sans"/>
              <a:sym typeface="IBM Plex Sans"/>
            </a:endParaRPr>
          </a:p>
          <a:p>
            <a:pPr indent="-317500" lvl="0" marL="457200" rtl="0" algn="l">
              <a:spcBef>
                <a:spcPts val="0"/>
              </a:spcBef>
              <a:spcAft>
                <a:spcPts val="0"/>
              </a:spcAft>
              <a:buClr>
                <a:schemeClr val="dk1"/>
              </a:buClr>
              <a:buSzPts val="1400"/>
              <a:buFont typeface="IBM Plex Sans"/>
              <a:buChar char="●"/>
            </a:pPr>
            <a:r>
              <a:rPr lang="ru-RU">
                <a:solidFill>
                  <a:schemeClr val="dk1"/>
                </a:solidFill>
                <a:latin typeface="IBM Plex Sans"/>
                <a:ea typeface="IBM Plex Sans"/>
                <a:cs typeface="IBM Plex Sans"/>
                <a:sym typeface="IBM Plex Sans"/>
              </a:rPr>
              <a:t>Случайность – явно задаём  random_state, random_seed для генераторов случайных чисел (инициализация весов, разбиение выборки и др.)</a:t>
            </a:r>
            <a:endParaRPr>
              <a:solidFill>
                <a:schemeClr val="dk1"/>
              </a:solidFill>
              <a:latin typeface="IBM Plex Sans"/>
              <a:ea typeface="IBM Plex Sans"/>
              <a:cs typeface="IBM Plex Sans"/>
              <a:sym typeface="IBM Plex Sans"/>
            </a:endParaRPr>
          </a:p>
          <a:p>
            <a:pPr indent="-317500" lvl="0" marL="457200" rtl="0" algn="l">
              <a:spcBef>
                <a:spcPts val="0"/>
              </a:spcBef>
              <a:spcAft>
                <a:spcPts val="0"/>
              </a:spcAft>
              <a:buClr>
                <a:schemeClr val="dk1"/>
              </a:buClr>
              <a:buSzPts val="1400"/>
              <a:buFont typeface="IBM Plex Sans"/>
              <a:buChar char="●"/>
            </a:pPr>
            <a:r>
              <a:rPr lang="ru-RU">
                <a:solidFill>
                  <a:schemeClr val="dk1"/>
                </a:solidFill>
                <a:latin typeface="IBM Plex Sans"/>
                <a:ea typeface="IBM Plex Sans"/>
                <a:cs typeface="IBM Plex Sans"/>
                <a:sym typeface="IBM Plex Sans"/>
              </a:rPr>
              <a:t>Библиотеки и их версии (например, requirements.txt, environment.yml)</a:t>
            </a:r>
            <a:endParaRPr>
              <a:solidFill>
                <a:schemeClr val="dk1"/>
              </a:solidFill>
              <a:latin typeface="IBM Plex Sans"/>
              <a:ea typeface="IBM Plex Sans"/>
              <a:cs typeface="IBM Plex Sans"/>
              <a:sym typeface="IBM Plex Sans"/>
            </a:endParaRPr>
          </a:p>
          <a:p>
            <a:pPr indent="-317500" lvl="0" marL="457200" rtl="0" algn="l">
              <a:spcBef>
                <a:spcPts val="0"/>
              </a:spcBef>
              <a:spcAft>
                <a:spcPts val="0"/>
              </a:spcAft>
              <a:buClr>
                <a:schemeClr val="dk1"/>
              </a:buClr>
              <a:buSzPts val="1400"/>
              <a:buFont typeface="IBM Plex Sans"/>
              <a:buChar char="●"/>
            </a:pPr>
            <a:r>
              <a:rPr lang="ru-RU">
                <a:solidFill>
                  <a:schemeClr val="dk1"/>
                </a:solidFill>
                <a:latin typeface="IBM Plex Sans"/>
                <a:ea typeface="IBM Plex Sans"/>
                <a:cs typeface="IBM Plex Sans"/>
                <a:sym typeface="IBM Plex Sans"/>
              </a:rPr>
              <a:t>Аппаратные и программные ресурсы (CPU/GPU, ОС – при необходимости)</a:t>
            </a:r>
            <a:endParaRPr>
              <a:solidFill>
                <a:schemeClr val="dk1"/>
              </a:solidFill>
              <a:latin typeface="IBM Plex Sans"/>
              <a:ea typeface="IBM Plex Sans"/>
              <a:cs typeface="IBM Plex Sans"/>
              <a:sym typeface="IBM Plex Sans"/>
            </a:endParaRPr>
          </a:p>
          <a:p>
            <a:pPr indent="-317500" lvl="0" marL="457200" rtl="0" algn="l">
              <a:spcBef>
                <a:spcPts val="0"/>
              </a:spcBef>
              <a:spcAft>
                <a:spcPts val="0"/>
              </a:spcAft>
              <a:buClr>
                <a:schemeClr val="dk1"/>
              </a:buClr>
              <a:buSzPts val="1400"/>
              <a:buFont typeface="IBM Plex Sans"/>
              <a:buChar char="●"/>
            </a:pPr>
            <a:r>
              <a:rPr lang="ru-RU">
                <a:solidFill>
                  <a:schemeClr val="dk1"/>
                </a:solidFill>
                <a:latin typeface="IBM Plex Sans"/>
                <a:ea typeface="IBM Plex Sans"/>
                <a:cs typeface="IBM Plex Sans"/>
                <a:sym typeface="IBM Plex Sans"/>
              </a:rPr>
              <a:t>Код – публикуем и указываем ссылку на конкретную версию </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grpSp>
        <p:nvGrpSpPr>
          <p:cNvPr id="190" name="Google Shape;190;g3d450b6c4da_0_64"/>
          <p:cNvGrpSpPr/>
          <p:nvPr/>
        </p:nvGrpSpPr>
        <p:grpSpPr>
          <a:xfrm>
            <a:off x="9353973" y="-1553420"/>
            <a:ext cx="2854020" cy="13716631"/>
            <a:chOff x="9353973" y="-1553420"/>
            <a:chExt cx="2854020" cy="13716631"/>
          </a:xfrm>
        </p:grpSpPr>
        <p:grpSp>
          <p:nvGrpSpPr>
            <p:cNvPr id="191" name="Google Shape;191;g3d450b6c4da_0_64"/>
            <p:cNvGrpSpPr/>
            <p:nvPr/>
          </p:nvGrpSpPr>
          <p:grpSpPr>
            <a:xfrm>
              <a:off x="9353973" y="-1553420"/>
              <a:ext cx="2838027" cy="13716631"/>
              <a:chOff x="9353973" y="-6079700"/>
              <a:chExt cx="2838027" cy="13716631"/>
            </a:xfrm>
          </p:grpSpPr>
          <p:pic>
            <p:nvPicPr>
              <p:cNvPr id="192" name="Google Shape;192;g3d450b6c4da_0_64"/>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193" name="Google Shape;193;g3d450b6c4da_0_64"/>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194" name="Google Shape;194;g3d450b6c4da_0_64"/>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5" name="Google Shape;195;g3d450b6c4da_0_64"/>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96" name="Google Shape;196;g3d450b6c4da_0_64"/>
          <p:cNvPicPr preferRelativeResize="0"/>
          <p:nvPr/>
        </p:nvPicPr>
        <p:blipFill rotWithShape="1">
          <a:blip r:embed="rId4">
            <a:alphaModFix/>
          </a:blip>
          <a:srcRect b="0" l="0" r="0" t="0"/>
          <a:stretch/>
        </p:blipFill>
        <p:spPr>
          <a:xfrm flipH="1" rot="10800000">
            <a:off x="8976462" y="3862790"/>
            <a:ext cx="2872246" cy="2884213"/>
          </a:xfrm>
          <a:prstGeom prst="rect">
            <a:avLst/>
          </a:prstGeom>
          <a:noFill/>
          <a:ln>
            <a:noFill/>
          </a:ln>
        </p:spPr>
      </p:pic>
      <p:sp>
        <p:nvSpPr>
          <p:cNvPr id="197" name="Google Shape;197;g3d450b6c4da_0_64"/>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lang="ru-RU" sz="3600">
                <a:solidFill>
                  <a:schemeClr val="dk1"/>
                </a:solidFill>
                <a:latin typeface="IBM Plex Sans"/>
                <a:ea typeface="IBM Plex Sans"/>
                <a:cs typeface="IBM Plex Sans"/>
                <a:sym typeface="IBM Plex Sans"/>
              </a:rPr>
              <a:t>Шаг 4. Проведение экспериментов</a:t>
            </a:r>
            <a:endParaRPr b="1" i="0" sz="3600" u="none" cap="none" strike="noStrike">
              <a:solidFill>
                <a:schemeClr val="dk1"/>
              </a:solidFill>
              <a:latin typeface="IBM Plex Sans"/>
              <a:ea typeface="IBM Plex Sans"/>
              <a:cs typeface="IBM Plex Sans"/>
              <a:sym typeface="IBM Plex Sans"/>
            </a:endParaRPr>
          </a:p>
        </p:txBody>
      </p:sp>
      <p:pic>
        <p:nvPicPr>
          <p:cNvPr id="198" name="Google Shape;198;g3d450b6c4da_0_64"/>
          <p:cNvPicPr preferRelativeResize="0"/>
          <p:nvPr/>
        </p:nvPicPr>
        <p:blipFill>
          <a:blip r:embed="rId5">
            <a:alphaModFix/>
          </a:blip>
          <a:stretch>
            <a:fillRect/>
          </a:stretch>
        </p:blipFill>
        <p:spPr>
          <a:xfrm>
            <a:off x="956750" y="2458613"/>
            <a:ext cx="8671662" cy="245741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grpSp>
        <p:nvGrpSpPr>
          <p:cNvPr id="203" name="Google Shape;203;g3d450b6c4da_0_76"/>
          <p:cNvGrpSpPr/>
          <p:nvPr/>
        </p:nvGrpSpPr>
        <p:grpSpPr>
          <a:xfrm>
            <a:off x="9353973" y="-1553420"/>
            <a:ext cx="2854020" cy="13716631"/>
            <a:chOff x="9353973" y="-1553420"/>
            <a:chExt cx="2854020" cy="13716631"/>
          </a:xfrm>
        </p:grpSpPr>
        <p:grpSp>
          <p:nvGrpSpPr>
            <p:cNvPr id="204" name="Google Shape;204;g3d450b6c4da_0_76"/>
            <p:cNvGrpSpPr/>
            <p:nvPr/>
          </p:nvGrpSpPr>
          <p:grpSpPr>
            <a:xfrm>
              <a:off x="9353973" y="-1553420"/>
              <a:ext cx="2838027" cy="13716631"/>
              <a:chOff x="9353973" y="-6079700"/>
              <a:chExt cx="2838027" cy="13716631"/>
            </a:xfrm>
          </p:grpSpPr>
          <p:pic>
            <p:nvPicPr>
              <p:cNvPr id="205" name="Google Shape;205;g3d450b6c4da_0_76"/>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206" name="Google Shape;206;g3d450b6c4da_0_76"/>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207" name="Google Shape;207;g3d450b6c4da_0_76"/>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8" name="Google Shape;208;g3d450b6c4da_0_76"/>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09" name="Google Shape;209;g3d450b6c4da_0_76"/>
          <p:cNvPicPr preferRelativeResize="0"/>
          <p:nvPr/>
        </p:nvPicPr>
        <p:blipFill rotWithShape="1">
          <a:blip r:embed="rId4">
            <a:alphaModFix/>
          </a:blip>
          <a:srcRect b="0" l="0" r="0" t="0"/>
          <a:stretch/>
        </p:blipFill>
        <p:spPr>
          <a:xfrm flipH="1" rot="10800000">
            <a:off x="8976462" y="3862790"/>
            <a:ext cx="2872246" cy="2884213"/>
          </a:xfrm>
          <a:prstGeom prst="rect">
            <a:avLst/>
          </a:prstGeom>
          <a:noFill/>
          <a:ln>
            <a:noFill/>
          </a:ln>
        </p:spPr>
      </p:pic>
      <p:sp>
        <p:nvSpPr>
          <p:cNvPr id="210" name="Google Shape;210;g3d450b6c4da_0_76"/>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lang="ru-RU" sz="3600">
                <a:solidFill>
                  <a:schemeClr val="dk1"/>
                </a:solidFill>
                <a:latin typeface="IBM Plex Sans"/>
                <a:ea typeface="IBM Plex Sans"/>
                <a:cs typeface="IBM Plex Sans"/>
                <a:sym typeface="IBM Plex Sans"/>
              </a:rPr>
              <a:t>Шаг 4.1 Подготовка данных</a:t>
            </a:r>
            <a:endParaRPr b="1" sz="3600">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sz="3600">
              <a:solidFill>
                <a:schemeClr val="dk1"/>
              </a:solidFill>
              <a:latin typeface="IBM Plex Sans"/>
              <a:ea typeface="IBM Plex Sans"/>
              <a:cs typeface="IBM Plex Sans"/>
              <a:sym typeface="IBM Plex Sans"/>
            </a:endParaRPr>
          </a:p>
        </p:txBody>
      </p:sp>
      <p:sp>
        <p:nvSpPr>
          <p:cNvPr id="211" name="Google Shape;211;g3d450b6c4da_0_76"/>
          <p:cNvSpPr txBox="1"/>
          <p:nvPr/>
        </p:nvSpPr>
        <p:spPr>
          <a:xfrm>
            <a:off x="1055700" y="2132375"/>
            <a:ext cx="55950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a:latin typeface="IBM Plex Sans"/>
                <a:ea typeface="IBM Plex Sans"/>
                <a:cs typeface="IBM Plex Sans"/>
                <a:sym typeface="IBM Plex Sans"/>
              </a:rPr>
              <a:t>Качество данных → потолок качества модели</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1. Не изменяйте исходные данные. Храните сырые данные в отдельном файле</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2. Не допускайте утечки данных (data leakage)</a:t>
            </a:r>
            <a:endParaRPr>
              <a:latin typeface="IBM Plex Sans"/>
              <a:ea typeface="IBM Plex Sans"/>
              <a:cs typeface="IBM Plex Sans"/>
              <a:sym typeface="IBM Plex Sans"/>
            </a:endParaRPr>
          </a:p>
          <a:p>
            <a:pPr indent="-317500" lvl="0" marL="457200" rtl="0" algn="l">
              <a:spcBef>
                <a:spcPts val="0"/>
              </a:spcBef>
              <a:spcAft>
                <a:spcPts val="0"/>
              </a:spcAft>
              <a:buSzPts val="1400"/>
              <a:buFont typeface="IBM Plex Sans"/>
              <a:buChar char="-"/>
            </a:pPr>
            <a:r>
              <a:rPr lang="ru-RU">
                <a:latin typeface="IBM Plex Sans"/>
                <a:ea typeface="IBM Plex Sans"/>
                <a:cs typeface="IBM Plex Sans"/>
                <a:sym typeface="IBM Plex Sans"/>
              </a:rPr>
              <a:t>Нормализацию, масштабирование и другие преобразования делайте после разбиения на train/test</a:t>
            </a:r>
            <a:endParaRPr>
              <a:latin typeface="IBM Plex Sans"/>
              <a:ea typeface="IBM Plex Sans"/>
              <a:cs typeface="IBM Plex Sans"/>
              <a:sym typeface="IBM Plex Sans"/>
            </a:endParaRPr>
          </a:p>
          <a:p>
            <a:pPr indent="-317500" lvl="0" marL="457200" rtl="0" algn="l">
              <a:spcBef>
                <a:spcPts val="0"/>
              </a:spcBef>
              <a:spcAft>
                <a:spcPts val="0"/>
              </a:spcAft>
              <a:buSzPts val="1400"/>
              <a:buFont typeface="IBM Plex Sans"/>
              <a:buChar char="-"/>
            </a:pPr>
            <a:r>
              <a:rPr lang="ru-RU">
                <a:latin typeface="IBM Plex Sans"/>
                <a:ea typeface="IBM Plex Sans"/>
                <a:cs typeface="IBM Plex Sans"/>
                <a:sym typeface="IBM Plex Sans"/>
              </a:rPr>
              <a:t>У модели не должно быть признаков, недоступных в реальности</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3. Документируйте каждый шаг преобразования</a:t>
            </a:r>
            <a:endParaRPr>
              <a:latin typeface="IBM Plex Sans"/>
              <a:ea typeface="IBM Plex Sans"/>
              <a:cs typeface="IBM Plex Sans"/>
              <a:sym typeface="IBM Plex Sans"/>
            </a:endParaRPr>
          </a:p>
          <a:p>
            <a:pPr indent="-317500" lvl="0" marL="457200" rtl="0" algn="l">
              <a:spcBef>
                <a:spcPts val="0"/>
              </a:spcBef>
              <a:spcAft>
                <a:spcPts val="0"/>
              </a:spcAft>
              <a:buSzPts val="1400"/>
              <a:buFont typeface="IBM Plex Sans"/>
              <a:buChar char="-"/>
            </a:pPr>
            <a:r>
              <a:rPr lang="ru-RU">
                <a:latin typeface="IBM Plex Sans"/>
                <a:ea typeface="IBM Plex Sans"/>
                <a:cs typeface="IBM Plex Sans"/>
                <a:sym typeface="IBM Plex Sans"/>
              </a:rPr>
              <a:t>Выбросы, удаление строк, нормализация, кодирование категорий</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p:txBody>
      </p:sp>
      <p:sp>
        <p:nvSpPr>
          <p:cNvPr id="212" name="Google Shape;212;g3d450b6c4da_0_76"/>
          <p:cNvSpPr txBox="1"/>
          <p:nvPr/>
        </p:nvSpPr>
        <p:spPr>
          <a:xfrm>
            <a:off x="955325" y="5837450"/>
            <a:ext cx="8267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RU">
                <a:latin typeface="IBM Plex Sans"/>
                <a:ea typeface="IBM Plex Sans"/>
                <a:cs typeface="IBM Plex Sans"/>
                <a:sym typeface="IBM Plex Sans"/>
              </a:rPr>
              <a:t>Источник: Wong, A., et al. (2021). External Validation of a Widely Implemented Proprietary Sepsis Prediction Model. JAMA Internal Medicine.</a:t>
            </a:r>
            <a:endParaRPr>
              <a:latin typeface="IBM Plex Sans"/>
              <a:ea typeface="IBM Plex Sans"/>
              <a:cs typeface="IBM Plex Sans"/>
              <a:sym typeface="IBM Plex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grpSp>
        <p:nvGrpSpPr>
          <p:cNvPr id="217" name="Google Shape;217;g3d450b6c4da_0_89"/>
          <p:cNvGrpSpPr/>
          <p:nvPr/>
        </p:nvGrpSpPr>
        <p:grpSpPr>
          <a:xfrm>
            <a:off x="9353973" y="-1553420"/>
            <a:ext cx="2854020" cy="13716631"/>
            <a:chOff x="9353973" y="-1553420"/>
            <a:chExt cx="2854020" cy="13716631"/>
          </a:xfrm>
        </p:grpSpPr>
        <p:grpSp>
          <p:nvGrpSpPr>
            <p:cNvPr id="218" name="Google Shape;218;g3d450b6c4da_0_89"/>
            <p:cNvGrpSpPr/>
            <p:nvPr/>
          </p:nvGrpSpPr>
          <p:grpSpPr>
            <a:xfrm>
              <a:off x="9353973" y="-1553420"/>
              <a:ext cx="2838027" cy="13716631"/>
              <a:chOff x="9353973" y="-6079700"/>
              <a:chExt cx="2838027" cy="13716631"/>
            </a:xfrm>
          </p:grpSpPr>
          <p:pic>
            <p:nvPicPr>
              <p:cNvPr id="219" name="Google Shape;219;g3d450b6c4da_0_89"/>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220" name="Google Shape;220;g3d450b6c4da_0_89"/>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221" name="Google Shape;221;g3d450b6c4da_0_89"/>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2" name="Google Shape;222;g3d450b6c4da_0_89"/>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23" name="Google Shape;223;g3d450b6c4da_0_89"/>
          <p:cNvPicPr preferRelativeResize="0"/>
          <p:nvPr/>
        </p:nvPicPr>
        <p:blipFill rotWithShape="1">
          <a:blip r:embed="rId4">
            <a:alphaModFix/>
          </a:blip>
          <a:srcRect b="0" l="0" r="0" t="0"/>
          <a:stretch/>
        </p:blipFill>
        <p:spPr>
          <a:xfrm flipH="1" rot="10800000">
            <a:off x="8976462" y="3862790"/>
            <a:ext cx="2872246" cy="2884213"/>
          </a:xfrm>
          <a:prstGeom prst="rect">
            <a:avLst/>
          </a:prstGeom>
          <a:noFill/>
          <a:ln>
            <a:noFill/>
          </a:ln>
        </p:spPr>
      </p:pic>
      <p:sp>
        <p:nvSpPr>
          <p:cNvPr id="224" name="Google Shape;224;g3d450b6c4da_0_89"/>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lang="ru-RU" sz="3600">
                <a:solidFill>
                  <a:schemeClr val="dk1"/>
                </a:solidFill>
                <a:latin typeface="IBM Plex Sans"/>
                <a:ea typeface="IBM Plex Sans"/>
                <a:cs typeface="IBM Plex Sans"/>
                <a:sym typeface="IBM Plex Sans"/>
              </a:rPr>
              <a:t>Шаг 4.2 Обучение модели</a:t>
            </a:r>
            <a:endParaRPr b="1" sz="3600">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sz="3600">
              <a:solidFill>
                <a:schemeClr val="dk1"/>
              </a:solidFill>
              <a:latin typeface="IBM Plex Sans"/>
              <a:ea typeface="IBM Plex Sans"/>
              <a:cs typeface="IBM Plex Sans"/>
              <a:sym typeface="IBM Plex Sans"/>
            </a:endParaRPr>
          </a:p>
        </p:txBody>
      </p:sp>
      <p:pic>
        <p:nvPicPr>
          <p:cNvPr id="225" name="Google Shape;225;g3d450b6c4da_0_89"/>
          <p:cNvPicPr preferRelativeResize="0"/>
          <p:nvPr/>
        </p:nvPicPr>
        <p:blipFill>
          <a:blip r:embed="rId5">
            <a:alphaModFix/>
          </a:blip>
          <a:stretch>
            <a:fillRect/>
          </a:stretch>
        </p:blipFill>
        <p:spPr>
          <a:xfrm>
            <a:off x="1129050" y="2132375"/>
            <a:ext cx="7847400" cy="219507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grpSp>
        <p:nvGrpSpPr>
          <p:cNvPr id="230" name="Google Shape;230;g3d2618e5620_0_102"/>
          <p:cNvGrpSpPr/>
          <p:nvPr/>
        </p:nvGrpSpPr>
        <p:grpSpPr>
          <a:xfrm>
            <a:off x="9353973" y="-1553420"/>
            <a:ext cx="2854020" cy="13716631"/>
            <a:chOff x="9353973" y="-1553420"/>
            <a:chExt cx="2854020" cy="13716631"/>
          </a:xfrm>
        </p:grpSpPr>
        <p:grpSp>
          <p:nvGrpSpPr>
            <p:cNvPr id="231" name="Google Shape;231;g3d2618e5620_0_102"/>
            <p:cNvGrpSpPr/>
            <p:nvPr/>
          </p:nvGrpSpPr>
          <p:grpSpPr>
            <a:xfrm>
              <a:off x="9353973" y="-1553420"/>
              <a:ext cx="2838027" cy="13716631"/>
              <a:chOff x="9353973" y="-6079700"/>
              <a:chExt cx="2838027" cy="13716631"/>
            </a:xfrm>
          </p:grpSpPr>
          <p:pic>
            <p:nvPicPr>
              <p:cNvPr id="232" name="Google Shape;232;g3d2618e5620_0_102"/>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233" name="Google Shape;233;g3d2618e5620_0_102"/>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234" name="Google Shape;234;g3d2618e5620_0_102"/>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5" name="Google Shape;235;g3d2618e5620_0_102"/>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36" name="Google Shape;236;g3d2618e5620_0_102"/>
          <p:cNvPicPr preferRelativeResize="0"/>
          <p:nvPr/>
        </p:nvPicPr>
        <p:blipFill rotWithShape="1">
          <a:blip r:embed="rId4">
            <a:alphaModFix/>
          </a:blip>
          <a:srcRect b="0" l="0" r="0" t="0"/>
          <a:stretch/>
        </p:blipFill>
        <p:spPr>
          <a:xfrm flipH="1" rot="10800000">
            <a:off x="8976462" y="3862790"/>
            <a:ext cx="2872246" cy="2884213"/>
          </a:xfrm>
          <a:prstGeom prst="rect">
            <a:avLst/>
          </a:prstGeom>
          <a:noFill/>
          <a:ln>
            <a:noFill/>
          </a:ln>
        </p:spPr>
      </p:pic>
      <p:sp>
        <p:nvSpPr>
          <p:cNvPr id="237" name="Google Shape;237;g3d2618e5620_0_102"/>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lang="ru-RU" sz="3600">
                <a:solidFill>
                  <a:schemeClr val="dk1"/>
                </a:solidFill>
                <a:latin typeface="IBM Plex Sans"/>
                <a:ea typeface="IBM Plex Sans"/>
                <a:cs typeface="IBM Plex Sans"/>
                <a:sym typeface="IBM Plex Sans"/>
              </a:rPr>
              <a:t>Шаг 4.3 Анализ результатов</a:t>
            </a:r>
            <a:endParaRPr b="1" sz="3600">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sz="3600">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sz="3600">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sz="3600">
              <a:solidFill>
                <a:schemeClr val="dk1"/>
              </a:solidFill>
              <a:latin typeface="IBM Plex Sans"/>
              <a:ea typeface="IBM Plex Sans"/>
              <a:cs typeface="IBM Plex Sans"/>
              <a:sym typeface="IBM Plex Sans"/>
            </a:endParaRPr>
          </a:p>
        </p:txBody>
      </p:sp>
      <p:pic>
        <p:nvPicPr>
          <p:cNvPr id="238" name="Google Shape;238;g3d2618e5620_0_102"/>
          <p:cNvPicPr preferRelativeResize="0"/>
          <p:nvPr/>
        </p:nvPicPr>
        <p:blipFill>
          <a:blip r:embed="rId5">
            <a:alphaModFix/>
          </a:blip>
          <a:stretch>
            <a:fillRect/>
          </a:stretch>
        </p:blipFill>
        <p:spPr>
          <a:xfrm>
            <a:off x="1129050" y="2132375"/>
            <a:ext cx="7847400" cy="219507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grpSp>
        <p:nvGrpSpPr>
          <p:cNvPr id="243" name="Google Shape;243;g3d450b6c4da_0_103"/>
          <p:cNvGrpSpPr/>
          <p:nvPr/>
        </p:nvGrpSpPr>
        <p:grpSpPr>
          <a:xfrm>
            <a:off x="9353973" y="-1553420"/>
            <a:ext cx="2854020" cy="13716631"/>
            <a:chOff x="9353973" y="-1553420"/>
            <a:chExt cx="2854020" cy="13716631"/>
          </a:xfrm>
        </p:grpSpPr>
        <p:grpSp>
          <p:nvGrpSpPr>
            <p:cNvPr id="244" name="Google Shape;244;g3d450b6c4da_0_103"/>
            <p:cNvGrpSpPr/>
            <p:nvPr/>
          </p:nvGrpSpPr>
          <p:grpSpPr>
            <a:xfrm>
              <a:off x="9353973" y="-1553420"/>
              <a:ext cx="2838027" cy="13716631"/>
              <a:chOff x="9353973" y="-6079700"/>
              <a:chExt cx="2838027" cy="13716631"/>
            </a:xfrm>
          </p:grpSpPr>
          <p:pic>
            <p:nvPicPr>
              <p:cNvPr id="245" name="Google Shape;245;g3d450b6c4da_0_103"/>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246" name="Google Shape;246;g3d450b6c4da_0_103"/>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247" name="Google Shape;247;g3d450b6c4da_0_103"/>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8" name="Google Shape;248;g3d450b6c4da_0_103"/>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49" name="Google Shape;249;g3d450b6c4da_0_103"/>
          <p:cNvPicPr preferRelativeResize="0"/>
          <p:nvPr/>
        </p:nvPicPr>
        <p:blipFill rotWithShape="1">
          <a:blip r:embed="rId4">
            <a:alphaModFix/>
          </a:blip>
          <a:srcRect b="0" l="0" r="0" t="0"/>
          <a:stretch/>
        </p:blipFill>
        <p:spPr>
          <a:xfrm flipH="1" rot="10800000">
            <a:off x="8976462" y="3862790"/>
            <a:ext cx="2872246" cy="2884213"/>
          </a:xfrm>
          <a:prstGeom prst="rect">
            <a:avLst/>
          </a:prstGeom>
          <a:noFill/>
          <a:ln>
            <a:noFill/>
          </a:ln>
        </p:spPr>
      </p:pic>
      <p:sp>
        <p:nvSpPr>
          <p:cNvPr id="250" name="Google Shape;250;g3d450b6c4da_0_103"/>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lang="ru-RU" sz="3600">
                <a:solidFill>
                  <a:schemeClr val="dk1"/>
                </a:solidFill>
                <a:latin typeface="IBM Plex Sans"/>
                <a:ea typeface="IBM Plex Sans"/>
                <a:cs typeface="IBM Plex Sans"/>
                <a:sym typeface="IBM Plex Sans"/>
              </a:rPr>
              <a:t>Шаг 4.3 Анализ результатов</a:t>
            </a:r>
            <a:endParaRPr b="1" sz="3600">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sz="3600">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sz="3600">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sz="3600">
              <a:solidFill>
                <a:schemeClr val="dk1"/>
              </a:solidFill>
              <a:latin typeface="IBM Plex Sans"/>
              <a:ea typeface="IBM Plex Sans"/>
              <a:cs typeface="IBM Plex Sans"/>
              <a:sym typeface="IBM Plex Sans"/>
            </a:endParaRPr>
          </a:p>
        </p:txBody>
      </p:sp>
      <p:graphicFrame>
        <p:nvGraphicFramePr>
          <p:cNvPr id="251" name="Google Shape;251;g3d450b6c4da_0_103"/>
          <p:cNvGraphicFramePr/>
          <p:nvPr/>
        </p:nvGraphicFramePr>
        <p:xfrm>
          <a:off x="952500" y="2476500"/>
          <a:ext cx="3000000" cy="3000000"/>
        </p:xfrm>
        <a:graphic>
          <a:graphicData uri="http://schemas.openxmlformats.org/drawingml/2006/table">
            <a:tbl>
              <a:tblPr>
                <a:noFill/>
                <a:tableStyleId>{E7FA0A3B-9B25-4D85-A5EE-1028C1F4CF32}</a:tableStyleId>
              </a:tblPr>
              <a:tblGrid>
                <a:gridCol w="1604800"/>
                <a:gridCol w="1604800"/>
                <a:gridCol w="1604800"/>
                <a:gridCol w="1443825"/>
                <a:gridCol w="1765775"/>
              </a:tblGrid>
              <a:tr h="381000">
                <a:tc>
                  <a:txBody>
                    <a:bodyPr/>
                    <a:lstStyle/>
                    <a:p>
                      <a:pPr indent="0" lvl="0" marL="0" rtl="0" algn="ctr">
                        <a:lnSpc>
                          <a:spcPct val="163043"/>
                        </a:lnSpc>
                        <a:spcBef>
                          <a:spcPts val="0"/>
                        </a:spcBef>
                        <a:spcAft>
                          <a:spcPts val="0"/>
                        </a:spcAft>
                        <a:buNone/>
                      </a:pPr>
                      <a:r>
                        <a:rPr lang="ru-RU" sz="1250">
                          <a:solidFill>
                            <a:schemeClr val="lt1"/>
                          </a:solidFill>
                          <a:latin typeface="IBM Plex Sans"/>
                          <a:ea typeface="IBM Plex Sans"/>
                          <a:cs typeface="IBM Plex Sans"/>
                          <a:sym typeface="IBM Plex Sans"/>
                        </a:rPr>
                        <a:t>Модель</a:t>
                      </a:r>
                      <a:endParaRPr sz="1250">
                        <a:solidFill>
                          <a:schemeClr val="lt1"/>
                        </a:solidFill>
                        <a:latin typeface="IBM Plex Sans"/>
                        <a:ea typeface="IBM Plex Sans"/>
                        <a:cs typeface="IBM Plex Sans"/>
                        <a:sym typeface="IBM Plex Sans"/>
                      </a:endParaRPr>
                    </a:p>
                  </a:txBody>
                  <a:tcPr marT="95250" marB="95250" marR="152400" marL="91425">
                    <a:lnB cap="flat" cmpd="sng" w="7925">
                      <a:solidFill>
                        <a:srgbClr val="000000"/>
                      </a:solidFill>
                      <a:prstDash val="solid"/>
                      <a:round/>
                      <a:headEnd len="sm" w="sm" type="none"/>
                      <a:tailEnd len="sm" w="sm" type="none"/>
                    </a:lnB>
                    <a:solidFill>
                      <a:srgbClr val="8E39E2"/>
                    </a:solidFill>
                  </a:tcPr>
                </a:tc>
                <a:tc>
                  <a:txBody>
                    <a:bodyPr/>
                    <a:lstStyle/>
                    <a:p>
                      <a:pPr indent="0" lvl="0" marL="0" rtl="0" algn="ctr">
                        <a:lnSpc>
                          <a:spcPct val="163043"/>
                        </a:lnSpc>
                        <a:spcBef>
                          <a:spcPts val="0"/>
                        </a:spcBef>
                        <a:spcAft>
                          <a:spcPts val="0"/>
                        </a:spcAft>
                        <a:buNone/>
                      </a:pPr>
                      <a:r>
                        <a:rPr lang="ru-RU" sz="1250">
                          <a:solidFill>
                            <a:schemeClr val="lt1"/>
                          </a:solidFill>
                          <a:latin typeface="IBM Plex Sans"/>
                          <a:ea typeface="IBM Plex Sans"/>
                          <a:cs typeface="IBM Plex Sans"/>
                          <a:sym typeface="IBM Plex Sans"/>
                        </a:rPr>
                        <a:t>Accuracy (train)</a:t>
                      </a:r>
                      <a:endParaRPr sz="1250">
                        <a:solidFill>
                          <a:schemeClr val="lt1"/>
                        </a:solidFill>
                        <a:latin typeface="IBM Plex Sans"/>
                        <a:ea typeface="IBM Plex Sans"/>
                        <a:cs typeface="IBM Plex Sans"/>
                        <a:sym typeface="IBM Plex Sans"/>
                      </a:endParaRPr>
                    </a:p>
                  </a:txBody>
                  <a:tcPr marT="95250" marB="95250" marR="152400" marL="152400">
                    <a:lnB cap="flat" cmpd="sng" w="7925">
                      <a:solidFill>
                        <a:srgbClr val="000000"/>
                      </a:solidFill>
                      <a:prstDash val="solid"/>
                      <a:round/>
                      <a:headEnd len="sm" w="sm" type="none"/>
                      <a:tailEnd len="sm" w="sm" type="none"/>
                    </a:lnB>
                    <a:solidFill>
                      <a:srgbClr val="8E39E2"/>
                    </a:solidFill>
                  </a:tcPr>
                </a:tc>
                <a:tc>
                  <a:txBody>
                    <a:bodyPr/>
                    <a:lstStyle/>
                    <a:p>
                      <a:pPr indent="0" lvl="0" marL="0" rtl="0" algn="ctr">
                        <a:lnSpc>
                          <a:spcPct val="163043"/>
                        </a:lnSpc>
                        <a:spcBef>
                          <a:spcPts val="0"/>
                        </a:spcBef>
                        <a:spcAft>
                          <a:spcPts val="0"/>
                        </a:spcAft>
                        <a:buNone/>
                      </a:pPr>
                      <a:r>
                        <a:rPr lang="ru-RU" sz="1250">
                          <a:solidFill>
                            <a:schemeClr val="lt1"/>
                          </a:solidFill>
                          <a:latin typeface="IBM Plex Sans"/>
                          <a:ea typeface="IBM Plex Sans"/>
                          <a:cs typeface="IBM Plex Sans"/>
                          <a:sym typeface="IBM Plex Sans"/>
                        </a:rPr>
                        <a:t>Accuracy (test)</a:t>
                      </a:r>
                      <a:endParaRPr sz="1250">
                        <a:solidFill>
                          <a:schemeClr val="lt1"/>
                        </a:solidFill>
                        <a:latin typeface="IBM Plex Sans"/>
                        <a:ea typeface="IBM Plex Sans"/>
                        <a:cs typeface="IBM Plex Sans"/>
                        <a:sym typeface="IBM Plex Sans"/>
                      </a:endParaRPr>
                    </a:p>
                  </a:txBody>
                  <a:tcPr marT="95250" marB="95250" marR="152400" marL="152400">
                    <a:lnB cap="flat" cmpd="sng" w="7925">
                      <a:solidFill>
                        <a:srgbClr val="000000"/>
                      </a:solidFill>
                      <a:prstDash val="solid"/>
                      <a:round/>
                      <a:headEnd len="sm" w="sm" type="none"/>
                      <a:tailEnd len="sm" w="sm" type="none"/>
                    </a:lnB>
                    <a:solidFill>
                      <a:srgbClr val="8E39E2"/>
                    </a:solidFill>
                  </a:tcPr>
                </a:tc>
                <a:tc>
                  <a:txBody>
                    <a:bodyPr/>
                    <a:lstStyle/>
                    <a:p>
                      <a:pPr indent="0" lvl="0" marL="0" rtl="0" algn="ctr">
                        <a:lnSpc>
                          <a:spcPct val="163043"/>
                        </a:lnSpc>
                        <a:spcBef>
                          <a:spcPts val="0"/>
                        </a:spcBef>
                        <a:spcAft>
                          <a:spcPts val="0"/>
                        </a:spcAft>
                        <a:buNone/>
                      </a:pPr>
                      <a:r>
                        <a:rPr lang="ru-RU" sz="1250">
                          <a:solidFill>
                            <a:schemeClr val="lt1"/>
                          </a:solidFill>
                          <a:latin typeface="IBM Plex Sans"/>
                          <a:ea typeface="IBM Plex Sans"/>
                          <a:cs typeface="IBM Plex Sans"/>
                          <a:sym typeface="IBM Plex Sans"/>
                        </a:rPr>
                        <a:t>F1 (test)</a:t>
                      </a:r>
                      <a:endParaRPr sz="1250">
                        <a:solidFill>
                          <a:schemeClr val="lt1"/>
                        </a:solidFill>
                        <a:latin typeface="IBM Plex Sans"/>
                        <a:ea typeface="IBM Plex Sans"/>
                        <a:cs typeface="IBM Plex Sans"/>
                        <a:sym typeface="IBM Plex Sans"/>
                      </a:endParaRPr>
                    </a:p>
                  </a:txBody>
                  <a:tcPr marT="95250" marB="95250" marR="152400" marL="152400">
                    <a:lnB cap="flat" cmpd="sng" w="7925">
                      <a:solidFill>
                        <a:srgbClr val="000000"/>
                      </a:solidFill>
                      <a:prstDash val="solid"/>
                      <a:round/>
                      <a:headEnd len="sm" w="sm" type="none"/>
                      <a:tailEnd len="sm" w="sm" type="none"/>
                    </a:lnB>
                    <a:solidFill>
                      <a:srgbClr val="8E39E2"/>
                    </a:solidFill>
                  </a:tcPr>
                </a:tc>
                <a:tc>
                  <a:txBody>
                    <a:bodyPr/>
                    <a:lstStyle/>
                    <a:p>
                      <a:pPr indent="0" lvl="0" marL="0" rtl="0" algn="ctr">
                        <a:lnSpc>
                          <a:spcPct val="163043"/>
                        </a:lnSpc>
                        <a:spcBef>
                          <a:spcPts val="0"/>
                        </a:spcBef>
                        <a:spcAft>
                          <a:spcPts val="0"/>
                        </a:spcAft>
                        <a:buNone/>
                      </a:pPr>
                      <a:r>
                        <a:rPr lang="ru-RU" sz="1250">
                          <a:solidFill>
                            <a:schemeClr val="lt1"/>
                          </a:solidFill>
                          <a:latin typeface="IBM Plex Sans"/>
                          <a:ea typeface="IBM Plex Sans"/>
                          <a:cs typeface="IBM Plex Sans"/>
                          <a:sym typeface="IBM Plex Sans"/>
                        </a:rPr>
                        <a:t>Время обучения (с)</a:t>
                      </a:r>
                      <a:endParaRPr sz="1250">
                        <a:solidFill>
                          <a:schemeClr val="lt1"/>
                        </a:solidFill>
                        <a:latin typeface="IBM Plex Sans"/>
                        <a:ea typeface="IBM Plex Sans"/>
                        <a:cs typeface="IBM Plex Sans"/>
                        <a:sym typeface="IBM Plex Sans"/>
                      </a:endParaRPr>
                    </a:p>
                  </a:txBody>
                  <a:tcPr marT="95250" marB="95250" marR="152400" marL="152400">
                    <a:lnB cap="flat" cmpd="sng" w="7925">
                      <a:solidFill>
                        <a:srgbClr val="000000"/>
                      </a:solidFill>
                      <a:prstDash val="solid"/>
                      <a:round/>
                      <a:headEnd len="sm" w="sm" type="none"/>
                      <a:tailEnd len="sm" w="sm" type="none"/>
                    </a:lnB>
                    <a:solidFill>
                      <a:srgbClr val="8E39E2"/>
                    </a:solidFill>
                  </a:tcPr>
                </a:tc>
              </a:tr>
              <a:tr h="381000">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Baseline (LogReg)</a:t>
                      </a:r>
                      <a:endParaRPr sz="1250">
                        <a:solidFill>
                          <a:srgbClr val="0F1115"/>
                        </a:solidFill>
                        <a:latin typeface="IBM Plex Sans"/>
                        <a:ea typeface="IBM Plex Sans"/>
                        <a:cs typeface="IBM Plex Sans"/>
                        <a:sym typeface="IBM Plex Sans"/>
                      </a:endParaRPr>
                    </a:p>
                  </a:txBody>
                  <a:tcPr marT="95250" marB="95250" marR="152400" marL="91425">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0,82</a:t>
                      </a:r>
                      <a:endParaRPr sz="1250">
                        <a:solidFill>
                          <a:srgbClr val="0F1115"/>
                        </a:solidFill>
                        <a:latin typeface="IBM Plex Sans"/>
                        <a:ea typeface="IBM Plex Sans"/>
                        <a:cs typeface="IBM Plex Sans"/>
                        <a:sym typeface="IBM Plex Sans"/>
                      </a:endParaRPr>
                    </a:p>
                  </a:txBody>
                  <a:tcPr marT="95250" marB="95250" marR="152400" marL="152400">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0,81</a:t>
                      </a:r>
                      <a:endParaRPr sz="1250">
                        <a:solidFill>
                          <a:srgbClr val="0F1115"/>
                        </a:solidFill>
                        <a:latin typeface="IBM Plex Sans"/>
                        <a:ea typeface="IBM Plex Sans"/>
                        <a:cs typeface="IBM Plex Sans"/>
                        <a:sym typeface="IBM Plex Sans"/>
                      </a:endParaRPr>
                    </a:p>
                  </a:txBody>
                  <a:tcPr marT="95250" marB="95250" marR="152400" marL="152400">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0,80</a:t>
                      </a:r>
                      <a:endParaRPr sz="1250">
                        <a:solidFill>
                          <a:srgbClr val="0F1115"/>
                        </a:solidFill>
                        <a:latin typeface="IBM Plex Sans"/>
                        <a:ea typeface="IBM Plex Sans"/>
                        <a:cs typeface="IBM Plex Sans"/>
                        <a:sym typeface="IBM Plex Sans"/>
                      </a:endParaRPr>
                    </a:p>
                  </a:txBody>
                  <a:tcPr marT="95250" marB="95250" marR="152400" marL="152400">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2</a:t>
                      </a:r>
                      <a:endParaRPr sz="1250">
                        <a:solidFill>
                          <a:srgbClr val="0F1115"/>
                        </a:solidFill>
                        <a:latin typeface="IBM Plex Sans"/>
                        <a:ea typeface="IBM Plex Sans"/>
                        <a:cs typeface="IBM Plex Sans"/>
                        <a:sym typeface="IBM Plex Sans"/>
                      </a:endParaRPr>
                    </a:p>
                  </a:txBody>
                  <a:tcPr marT="95250" marB="95250" marR="91425" marL="152400">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381000">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Random Forest</a:t>
                      </a:r>
                      <a:endParaRPr sz="1250">
                        <a:solidFill>
                          <a:srgbClr val="0F1115"/>
                        </a:solidFill>
                        <a:latin typeface="IBM Plex Sans"/>
                        <a:ea typeface="IBM Plex Sans"/>
                        <a:cs typeface="IBM Plex Sans"/>
                        <a:sym typeface="IBM Plex Sans"/>
                      </a:endParaRPr>
                    </a:p>
                  </a:txBody>
                  <a:tcPr marT="95250" marB="95250" marR="152400" marL="91425">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0,99</a:t>
                      </a:r>
                      <a:endParaRPr sz="1250">
                        <a:solidFill>
                          <a:srgbClr val="0F1115"/>
                        </a:solidFill>
                        <a:latin typeface="IBM Plex Sans"/>
                        <a:ea typeface="IBM Plex Sans"/>
                        <a:cs typeface="IBM Plex Sans"/>
                        <a:sym typeface="IBM Plex Sans"/>
                      </a:endParaRPr>
                    </a:p>
                  </a:txBody>
                  <a:tcPr marT="95250" marB="95250" marR="152400" marL="152400">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0,78</a:t>
                      </a:r>
                      <a:endParaRPr sz="1250">
                        <a:solidFill>
                          <a:srgbClr val="0F1115"/>
                        </a:solidFill>
                        <a:latin typeface="IBM Plex Sans"/>
                        <a:ea typeface="IBM Plex Sans"/>
                        <a:cs typeface="IBM Plex Sans"/>
                        <a:sym typeface="IBM Plex Sans"/>
                      </a:endParaRPr>
                    </a:p>
                  </a:txBody>
                  <a:tcPr marT="95250" marB="95250" marR="152400" marL="152400">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0,83</a:t>
                      </a:r>
                      <a:endParaRPr sz="1250">
                        <a:solidFill>
                          <a:srgbClr val="0F1115"/>
                        </a:solidFill>
                        <a:latin typeface="IBM Plex Sans"/>
                        <a:ea typeface="IBM Plex Sans"/>
                        <a:cs typeface="IBM Plex Sans"/>
                        <a:sym typeface="IBM Plex Sans"/>
                      </a:endParaRPr>
                    </a:p>
                  </a:txBody>
                  <a:tcPr marT="95250" marB="95250" marR="152400" marL="152400">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45</a:t>
                      </a:r>
                      <a:endParaRPr sz="1250">
                        <a:solidFill>
                          <a:srgbClr val="0F1115"/>
                        </a:solidFill>
                        <a:latin typeface="IBM Plex Sans"/>
                        <a:ea typeface="IBM Plex Sans"/>
                        <a:cs typeface="IBM Plex Sans"/>
                        <a:sym typeface="IBM Plex Sans"/>
                      </a:endParaRPr>
                    </a:p>
                  </a:txBody>
                  <a:tcPr marT="95250" marB="95250" marR="91425" marL="152400">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381000">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XGBoost</a:t>
                      </a:r>
                      <a:endParaRPr sz="1250">
                        <a:solidFill>
                          <a:srgbClr val="0F1115"/>
                        </a:solidFill>
                        <a:latin typeface="IBM Plex Sans"/>
                        <a:ea typeface="IBM Plex Sans"/>
                        <a:cs typeface="IBM Plex Sans"/>
                        <a:sym typeface="IBM Plex Sans"/>
                      </a:endParaRPr>
                    </a:p>
                  </a:txBody>
                  <a:tcPr marT="95250" marB="95250" marR="152400" marL="91425">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0,87</a:t>
                      </a:r>
                      <a:endParaRPr sz="1250">
                        <a:solidFill>
                          <a:srgbClr val="0F1115"/>
                        </a:solidFill>
                        <a:latin typeface="IBM Plex Sans"/>
                        <a:ea typeface="IBM Plex Sans"/>
                        <a:cs typeface="IBM Plex Sans"/>
                        <a:sym typeface="IBM Plex Sans"/>
                      </a:endParaRPr>
                    </a:p>
                  </a:txBody>
                  <a:tcPr marT="95250" marB="95250" marR="152400" marL="152400">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0,85</a:t>
                      </a:r>
                      <a:endParaRPr sz="1250">
                        <a:solidFill>
                          <a:srgbClr val="0F1115"/>
                        </a:solidFill>
                        <a:latin typeface="IBM Plex Sans"/>
                        <a:ea typeface="IBM Plex Sans"/>
                        <a:cs typeface="IBM Plex Sans"/>
                        <a:sym typeface="IBM Plex Sans"/>
                      </a:endParaRPr>
                    </a:p>
                  </a:txBody>
                  <a:tcPr marT="95250" marB="95250" marR="152400" marL="152400">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0,84</a:t>
                      </a:r>
                      <a:endParaRPr sz="1250">
                        <a:solidFill>
                          <a:srgbClr val="0F1115"/>
                        </a:solidFill>
                        <a:latin typeface="IBM Plex Sans"/>
                        <a:ea typeface="IBM Plex Sans"/>
                        <a:cs typeface="IBM Plex Sans"/>
                        <a:sym typeface="IBM Plex Sans"/>
                      </a:endParaRPr>
                    </a:p>
                  </a:txBody>
                  <a:tcPr marT="95250" marB="95250" marR="152400" marL="152400">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38</a:t>
                      </a:r>
                      <a:endParaRPr sz="1250">
                        <a:solidFill>
                          <a:srgbClr val="0F1115"/>
                        </a:solidFill>
                        <a:latin typeface="IBM Plex Sans"/>
                        <a:ea typeface="IBM Plex Sans"/>
                        <a:cs typeface="IBM Plex Sans"/>
                        <a:sym typeface="IBM Plex Sans"/>
                      </a:endParaRPr>
                    </a:p>
                  </a:txBody>
                  <a:tcPr marT="95250" marB="95250" marR="91425" marL="152400">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381000">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Нейросеть</a:t>
                      </a:r>
                      <a:endParaRPr sz="1250">
                        <a:solidFill>
                          <a:srgbClr val="0F1115"/>
                        </a:solidFill>
                        <a:latin typeface="IBM Plex Sans"/>
                        <a:ea typeface="IBM Plex Sans"/>
                        <a:cs typeface="IBM Plex Sans"/>
                        <a:sym typeface="IBM Plex Sans"/>
                      </a:endParaRPr>
                    </a:p>
                  </a:txBody>
                  <a:tcPr marT="95250" marB="95250" marR="152400" marL="91425">
                    <a:lnR cap="flat" cmpd="sng" w="9525">
                      <a:solidFill>
                        <a:srgbClr val="9E9E9E"/>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0,98</a:t>
                      </a:r>
                      <a:endParaRPr sz="1250">
                        <a:solidFill>
                          <a:srgbClr val="0F1115"/>
                        </a:solidFill>
                        <a:latin typeface="IBM Plex Sans"/>
                        <a:ea typeface="IBM Plex Sans"/>
                        <a:cs typeface="IBM Plex Sans"/>
                        <a:sym typeface="IBM Plex Sans"/>
                      </a:endParaRPr>
                    </a:p>
                  </a:txBody>
                  <a:tcPr marT="95250" marB="95250" marR="152400" marL="1524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0,76</a:t>
                      </a:r>
                      <a:endParaRPr sz="1250">
                        <a:solidFill>
                          <a:srgbClr val="0F1115"/>
                        </a:solidFill>
                        <a:latin typeface="IBM Plex Sans"/>
                        <a:ea typeface="IBM Plex Sans"/>
                        <a:cs typeface="IBM Plex Sans"/>
                        <a:sym typeface="IBM Plex Sans"/>
                      </a:endParaRPr>
                    </a:p>
                  </a:txBody>
                  <a:tcPr marT="95250" marB="95250" marR="152400" marL="1524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0,84</a:t>
                      </a:r>
                      <a:endParaRPr sz="1250">
                        <a:solidFill>
                          <a:srgbClr val="0F1115"/>
                        </a:solidFill>
                        <a:latin typeface="IBM Plex Sans"/>
                        <a:ea typeface="IBM Plex Sans"/>
                        <a:cs typeface="IBM Plex Sans"/>
                        <a:sym typeface="IBM Plex Sans"/>
                      </a:endParaRPr>
                    </a:p>
                  </a:txBody>
                  <a:tcPr marT="95250" marB="95250" marR="152400" marL="15240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63043"/>
                        </a:lnSpc>
                        <a:spcBef>
                          <a:spcPts val="0"/>
                        </a:spcBef>
                        <a:spcAft>
                          <a:spcPts val="0"/>
                        </a:spcAft>
                        <a:buNone/>
                      </a:pPr>
                      <a:r>
                        <a:rPr lang="ru-RU" sz="1250">
                          <a:solidFill>
                            <a:srgbClr val="0F1115"/>
                          </a:solidFill>
                          <a:latin typeface="IBM Plex Sans"/>
                          <a:ea typeface="IBM Plex Sans"/>
                          <a:cs typeface="IBM Plex Sans"/>
                          <a:sym typeface="IBM Plex Sans"/>
                        </a:rPr>
                        <a:t>120</a:t>
                      </a:r>
                      <a:endParaRPr sz="1250">
                        <a:solidFill>
                          <a:srgbClr val="0F1115"/>
                        </a:solidFill>
                        <a:latin typeface="IBM Plex Sans"/>
                        <a:ea typeface="IBM Plex Sans"/>
                        <a:cs typeface="IBM Plex Sans"/>
                        <a:sym typeface="IBM Plex Sans"/>
                      </a:endParaRPr>
                    </a:p>
                  </a:txBody>
                  <a:tcPr marT="95250" marB="95250" marR="91425" marL="152400">
                    <a:lnL cap="flat" cmpd="sng" w="9525">
                      <a:solidFill>
                        <a:srgbClr val="9E9E9E"/>
                      </a:solidFill>
                      <a:prstDash val="solid"/>
                      <a:round/>
                      <a:headEnd len="sm" w="sm" type="none"/>
                      <a:tailEnd len="sm" w="sm" type="none"/>
                    </a:lnL>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grpSp>
        <p:nvGrpSpPr>
          <p:cNvPr id="256" name="Google Shape;256;g3d450b6c4da_0_120"/>
          <p:cNvGrpSpPr/>
          <p:nvPr/>
        </p:nvGrpSpPr>
        <p:grpSpPr>
          <a:xfrm>
            <a:off x="9353973" y="-1553420"/>
            <a:ext cx="2854020" cy="13716631"/>
            <a:chOff x="9353973" y="-1553420"/>
            <a:chExt cx="2854020" cy="13716631"/>
          </a:xfrm>
        </p:grpSpPr>
        <p:grpSp>
          <p:nvGrpSpPr>
            <p:cNvPr id="257" name="Google Shape;257;g3d450b6c4da_0_120"/>
            <p:cNvGrpSpPr/>
            <p:nvPr/>
          </p:nvGrpSpPr>
          <p:grpSpPr>
            <a:xfrm>
              <a:off x="9353973" y="-1553420"/>
              <a:ext cx="2838027" cy="13716631"/>
              <a:chOff x="9353973" y="-6079700"/>
              <a:chExt cx="2838027" cy="13716631"/>
            </a:xfrm>
          </p:grpSpPr>
          <p:pic>
            <p:nvPicPr>
              <p:cNvPr id="258" name="Google Shape;258;g3d450b6c4da_0_120"/>
              <p:cNvPicPr preferRelativeResize="0"/>
              <p:nvPr/>
            </p:nvPicPr>
            <p:blipFill rotWithShape="1">
              <a:blip r:embed="rId3">
                <a:alphaModFix/>
              </a:blip>
              <a:srcRect b="0" l="1283" r="0" t="0"/>
              <a:stretch/>
            </p:blipFill>
            <p:spPr>
              <a:xfrm>
                <a:off x="9353973" y="778933"/>
                <a:ext cx="2838027" cy="6857998"/>
              </a:xfrm>
              <a:prstGeom prst="rect">
                <a:avLst/>
              </a:prstGeom>
              <a:noFill/>
              <a:ln>
                <a:noFill/>
              </a:ln>
            </p:spPr>
          </p:pic>
          <p:pic>
            <p:nvPicPr>
              <p:cNvPr id="259" name="Google Shape;259;g3d450b6c4da_0_120"/>
              <p:cNvPicPr preferRelativeResize="0"/>
              <p:nvPr/>
            </p:nvPicPr>
            <p:blipFill rotWithShape="1">
              <a:blip r:embed="rId3">
                <a:alphaModFix/>
              </a:blip>
              <a:srcRect b="0" l="1283" r="0" t="0"/>
              <a:stretch/>
            </p:blipFill>
            <p:spPr>
              <a:xfrm>
                <a:off x="9353973" y="-6079700"/>
                <a:ext cx="2838027" cy="6857998"/>
              </a:xfrm>
              <a:prstGeom prst="rect">
                <a:avLst/>
              </a:prstGeom>
              <a:noFill/>
              <a:ln>
                <a:noFill/>
              </a:ln>
            </p:spPr>
          </p:pic>
        </p:grpSp>
        <p:sp>
          <p:nvSpPr>
            <p:cNvPr id="260" name="Google Shape;260;g3d450b6c4da_0_120"/>
            <p:cNvSpPr/>
            <p:nvPr/>
          </p:nvSpPr>
          <p:spPr>
            <a:xfrm>
              <a:off x="10772986" y="3855493"/>
              <a:ext cx="718500" cy="675600"/>
            </a:xfrm>
            <a:prstGeom prst="rect">
              <a:avLst/>
            </a:prstGeom>
            <a:solidFill>
              <a:srgbClr val="8E39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1" name="Google Shape;261;g3d450b6c4da_0_120"/>
            <p:cNvSpPr/>
            <p:nvPr/>
          </p:nvSpPr>
          <p:spPr>
            <a:xfrm>
              <a:off x="11489493" y="4531056"/>
              <a:ext cx="718500" cy="773400"/>
            </a:xfrm>
            <a:prstGeom prst="rect">
              <a:avLst/>
            </a:prstGeom>
            <a:solidFill>
              <a:srgbClr val="F8CEE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62" name="Google Shape;262;g3d450b6c4da_0_120"/>
          <p:cNvPicPr preferRelativeResize="0"/>
          <p:nvPr/>
        </p:nvPicPr>
        <p:blipFill rotWithShape="1">
          <a:blip r:embed="rId4">
            <a:alphaModFix/>
          </a:blip>
          <a:srcRect b="0" l="0" r="0" t="0"/>
          <a:stretch/>
        </p:blipFill>
        <p:spPr>
          <a:xfrm flipH="1" rot="10800000">
            <a:off x="8976462" y="3862790"/>
            <a:ext cx="2872246" cy="2884213"/>
          </a:xfrm>
          <a:prstGeom prst="rect">
            <a:avLst/>
          </a:prstGeom>
          <a:noFill/>
          <a:ln>
            <a:noFill/>
          </a:ln>
        </p:spPr>
      </p:pic>
      <p:sp>
        <p:nvSpPr>
          <p:cNvPr id="263" name="Google Shape;263;g3d450b6c4da_0_120"/>
          <p:cNvSpPr txBox="1"/>
          <p:nvPr/>
        </p:nvSpPr>
        <p:spPr>
          <a:xfrm>
            <a:off x="1055688" y="1327688"/>
            <a:ext cx="6421800" cy="301200"/>
          </a:xfrm>
          <a:prstGeom prst="rect">
            <a:avLst/>
          </a:prstGeom>
          <a:noFill/>
          <a:ln>
            <a:noFill/>
          </a:ln>
        </p:spPr>
        <p:txBody>
          <a:bodyPr anchorCtr="0" anchor="t" bIns="0" lIns="0" spcFirstLastPara="1" rIns="0" wrap="square" tIns="0">
            <a:noAutofit/>
          </a:bodyPr>
          <a:lstStyle/>
          <a:p>
            <a:pPr indent="0" lvl="0" marL="0" marR="0" rtl="0" algn="l">
              <a:lnSpc>
                <a:spcPct val="70000"/>
              </a:lnSpc>
              <a:spcBef>
                <a:spcPts val="0"/>
              </a:spcBef>
              <a:spcAft>
                <a:spcPts val="0"/>
              </a:spcAft>
              <a:buClr>
                <a:srgbClr val="000000"/>
              </a:buClr>
              <a:buSzPts val="3600"/>
              <a:buFont typeface="Arial"/>
              <a:buNone/>
            </a:pPr>
            <a:r>
              <a:rPr b="1" lang="ru-RU" sz="3600">
                <a:solidFill>
                  <a:schemeClr val="dk1"/>
                </a:solidFill>
                <a:latin typeface="IBM Plex Sans"/>
                <a:ea typeface="IBM Plex Sans"/>
                <a:cs typeface="IBM Plex Sans"/>
                <a:sym typeface="IBM Plex Sans"/>
              </a:rPr>
              <a:t>Шаг 4.3 Анализ результатов</a:t>
            </a:r>
            <a:endParaRPr b="1" sz="3600">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sz="3600">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sz="3600">
              <a:solidFill>
                <a:schemeClr val="dk1"/>
              </a:solidFill>
              <a:latin typeface="IBM Plex Sans"/>
              <a:ea typeface="IBM Plex Sans"/>
              <a:cs typeface="IBM Plex Sans"/>
              <a:sym typeface="IBM Plex Sans"/>
            </a:endParaRPr>
          </a:p>
          <a:p>
            <a:pPr indent="0" lvl="0" marL="0" marR="0" rtl="0" algn="l">
              <a:lnSpc>
                <a:spcPct val="70000"/>
              </a:lnSpc>
              <a:spcBef>
                <a:spcPts val="0"/>
              </a:spcBef>
              <a:spcAft>
                <a:spcPts val="0"/>
              </a:spcAft>
              <a:buClr>
                <a:srgbClr val="000000"/>
              </a:buClr>
              <a:buSzPts val="3600"/>
              <a:buFont typeface="Arial"/>
              <a:buNone/>
            </a:pPr>
            <a:r>
              <a:t/>
            </a:r>
            <a:endParaRPr b="1" sz="3600">
              <a:solidFill>
                <a:schemeClr val="dk1"/>
              </a:solidFill>
              <a:latin typeface="IBM Plex Sans"/>
              <a:ea typeface="IBM Plex Sans"/>
              <a:cs typeface="IBM Plex Sans"/>
              <a:sym typeface="IBM Plex Sans"/>
            </a:endParaRPr>
          </a:p>
        </p:txBody>
      </p:sp>
      <p:sp>
        <p:nvSpPr>
          <p:cNvPr id="264" name="Google Shape;264;g3d450b6c4da_0_120"/>
          <p:cNvSpPr txBox="1"/>
          <p:nvPr/>
        </p:nvSpPr>
        <p:spPr>
          <a:xfrm>
            <a:off x="1055700" y="1918825"/>
            <a:ext cx="83817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RU">
                <a:latin typeface="IBM Plex Sans"/>
                <a:ea typeface="IBM Plex Sans"/>
                <a:cs typeface="IBM Plex Sans"/>
                <a:sym typeface="IBM Plex Sans"/>
              </a:rPr>
              <a:t>Модель прогноза оттока клиентов в банке</a:t>
            </a:r>
            <a:endParaRPr b="1">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Условия, когда модели можно доверять:</a:t>
            </a:r>
            <a:endParaRPr>
              <a:latin typeface="IBM Plex Sans"/>
              <a:ea typeface="IBM Plex Sans"/>
              <a:cs typeface="IBM Plex Sans"/>
              <a:sym typeface="IBM Plex Sans"/>
            </a:endParaRPr>
          </a:p>
          <a:p>
            <a:pPr indent="-317500" lvl="0" marL="457200" rtl="0" algn="l">
              <a:spcBef>
                <a:spcPts val="0"/>
              </a:spcBef>
              <a:spcAft>
                <a:spcPts val="0"/>
              </a:spcAft>
              <a:buSzPts val="1400"/>
              <a:buFont typeface="IBM Plex Sans"/>
              <a:buChar char="-"/>
            </a:pPr>
            <a:r>
              <a:rPr lang="ru-RU">
                <a:latin typeface="IBM Plex Sans"/>
                <a:ea typeface="IBM Plex Sans"/>
                <a:cs typeface="IBM Plex Sans"/>
                <a:sym typeface="IBM Plex Sans"/>
              </a:rPr>
              <a:t>Для предсказаний для клиентов из того-же региона, где были собраны данные</a:t>
            </a:r>
            <a:endParaRPr>
              <a:latin typeface="IBM Plex Sans"/>
              <a:ea typeface="IBM Plex Sans"/>
              <a:cs typeface="IBM Plex Sans"/>
              <a:sym typeface="IBM Plex Sans"/>
            </a:endParaRPr>
          </a:p>
          <a:p>
            <a:pPr indent="-317500" lvl="0" marL="457200" rtl="0" algn="l">
              <a:spcBef>
                <a:spcPts val="0"/>
              </a:spcBef>
              <a:spcAft>
                <a:spcPts val="0"/>
              </a:spcAft>
              <a:buSzPts val="1400"/>
              <a:buFont typeface="IBM Plex Sans"/>
              <a:buChar char="-"/>
            </a:pPr>
            <a:r>
              <a:rPr lang="ru-RU">
                <a:latin typeface="IBM Plex Sans"/>
                <a:ea typeface="IBM Plex Sans"/>
                <a:cs typeface="IBM Plex Sans"/>
                <a:sym typeface="IBM Plex Sans"/>
              </a:rPr>
              <a:t>Модель обучена на сезонности (например, летом отток ниже – модель знает это).</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a:p>
            <a:pPr indent="0" lvl="0" marL="0" rtl="0" algn="l">
              <a:spcBef>
                <a:spcPts val="0"/>
              </a:spcBef>
              <a:spcAft>
                <a:spcPts val="0"/>
              </a:spcAft>
              <a:buNone/>
            </a:pPr>
            <a:r>
              <a:rPr lang="ru-RU">
                <a:latin typeface="IBM Plex Sans"/>
                <a:ea typeface="IBM Plex Sans"/>
                <a:cs typeface="IBM Plex Sans"/>
                <a:sym typeface="IBM Plex Sans"/>
              </a:rPr>
              <a:t>Когда нельзя доверять:</a:t>
            </a:r>
            <a:endParaRPr>
              <a:latin typeface="IBM Plex Sans"/>
              <a:ea typeface="IBM Plex Sans"/>
              <a:cs typeface="IBM Plex Sans"/>
              <a:sym typeface="IBM Plex Sans"/>
            </a:endParaRPr>
          </a:p>
          <a:p>
            <a:pPr indent="-317500" lvl="0" marL="457200" rtl="0" algn="l">
              <a:spcBef>
                <a:spcPts val="0"/>
              </a:spcBef>
              <a:spcAft>
                <a:spcPts val="0"/>
              </a:spcAft>
              <a:buSzPts val="1400"/>
              <a:buFont typeface="IBM Plex Sans"/>
              <a:buChar char="-"/>
            </a:pPr>
            <a:r>
              <a:rPr lang="ru-RU">
                <a:latin typeface="IBM Plex Sans"/>
                <a:ea typeface="IBM Plex Sans"/>
                <a:cs typeface="IBM Plex Sans"/>
                <a:sym typeface="IBM Plex Sans"/>
              </a:rPr>
              <a:t>После внедрения новой программы лояльности (изменилось поведение).</a:t>
            </a:r>
            <a:endParaRPr>
              <a:latin typeface="IBM Plex Sans"/>
              <a:ea typeface="IBM Plex Sans"/>
              <a:cs typeface="IBM Plex Sans"/>
              <a:sym typeface="IBM Plex Sans"/>
            </a:endParaRPr>
          </a:p>
          <a:p>
            <a:pPr indent="-317500" lvl="0" marL="457200" rtl="0" algn="l">
              <a:spcBef>
                <a:spcPts val="0"/>
              </a:spcBef>
              <a:spcAft>
                <a:spcPts val="0"/>
              </a:spcAft>
              <a:buSzPts val="1400"/>
              <a:buFont typeface="IBM Plex Sans"/>
              <a:buChar char="-"/>
            </a:pPr>
            <a:r>
              <a:rPr lang="ru-RU">
                <a:latin typeface="IBM Plex Sans"/>
                <a:ea typeface="IBM Plex Sans"/>
                <a:cs typeface="IBM Plex Sans"/>
                <a:sym typeface="IBM Plex Sans"/>
              </a:rPr>
              <a:t>При глобальных экономических изменениях (например, дефолт).</a:t>
            </a:r>
            <a:endParaRPr>
              <a:latin typeface="IBM Plex Sans"/>
              <a:ea typeface="IBM Plex Sans"/>
              <a:cs typeface="IBM Plex Sans"/>
              <a:sym typeface="IBM Plex Sans"/>
            </a:endParaRPr>
          </a:p>
          <a:p>
            <a:pPr indent="0" lvl="0" marL="0" rtl="0" algn="l">
              <a:spcBef>
                <a:spcPts val="0"/>
              </a:spcBef>
              <a:spcAft>
                <a:spcPts val="0"/>
              </a:spcAft>
              <a:buNone/>
            </a:pPr>
            <a:r>
              <a:t/>
            </a:r>
            <a:endParaRPr>
              <a:latin typeface="IBM Plex Sans"/>
              <a:ea typeface="IBM Plex Sans"/>
              <a:cs typeface="IBM Plex Sans"/>
              <a:sym typeface="IBM Plex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9" name="Shape 269"/>
        <p:cNvGrpSpPr/>
        <p:nvPr/>
      </p:nvGrpSpPr>
      <p:grpSpPr>
        <a:xfrm>
          <a:off x="0" y="0"/>
          <a:ext cx="0" cy="0"/>
          <a:chOff x="0" y="0"/>
          <a:chExt cx="0" cy="0"/>
        </a:xfrm>
      </p:grpSpPr>
      <p:sp>
        <p:nvSpPr>
          <p:cNvPr id="270" name="Google Shape;270;g3d2618e5620_0_901"/>
          <p:cNvSpPr txBox="1"/>
          <p:nvPr/>
        </p:nvSpPr>
        <p:spPr>
          <a:xfrm>
            <a:off x="1055688" y="2561602"/>
            <a:ext cx="6463800" cy="13683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000000"/>
              </a:buClr>
              <a:buSzPts val="4400"/>
              <a:buFont typeface="Arial"/>
              <a:buNone/>
            </a:pPr>
            <a:r>
              <a:rPr b="1" i="0" lang="ru-RU" sz="4400" u="none" cap="none" strike="noStrike">
                <a:solidFill>
                  <a:schemeClr val="dk1"/>
                </a:solidFill>
                <a:latin typeface="IBM Plex Sans"/>
                <a:ea typeface="IBM Plex Sans"/>
                <a:cs typeface="IBM Plex Sans"/>
                <a:sym typeface="IBM Plex Sans"/>
              </a:rPr>
              <a:t>Спасибо </a:t>
            </a:r>
            <a:br>
              <a:rPr b="1" i="0" lang="ru-RU" sz="4400" u="none" cap="none" strike="noStrike">
                <a:solidFill>
                  <a:schemeClr val="dk1"/>
                </a:solidFill>
                <a:latin typeface="IBM Plex Sans"/>
                <a:ea typeface="IBM Plex Sans"/>
                <a:cs typeface="IBM Plex Sans"/>
                <a:sym typeface="IBM Plex Sans"/>
              </a:rPr>
            </a:br>
            <a:r>
              <a:rPr b="1" i="0" lang="ru-RU" sz="4400" u="none" cap="none" strike="noStrike">
                <a:solidFill>
                  <a:schemeClr val="dk1"/>
                </a:solidFill>
                <a:latin typeface="IBM Plex Sans"/>
                <a:ea typeface="IBM Plex Sans"/>
                <a:cs typeface="IBM Plex Sans"/>
                <a:sym typeface="IBM Plex Sans"/>
              </a:rPr>
              <a:t>за внимание</a:t>
            </a:r>
            <a:endParaRPr b="1" i="0" sz="4400" u="none" cap="none" strike="noStrike">
              <a:solidFill>
                <a:schemeClr val="dk1"/>
              </a:solidFill>
              <a:latin typeface="IBM Plex Sans"/>
              <a:ea typeface="IBM Plex Sans"/>
              <a:cs typeface="IBM Plex Sans"/>
              <a:sym typeface="IBM Plex Sans"/>
            </a:endParaRPr>
          </a:p>
        </p:txBody>
      </p:sp>
      <p:sp>
        <p:nvSpPr>
          <p:cNvPr id="271" name="Google Shape;271;g3d2618e5620_0_901"/>
          <p:cNvSpPr txBox="1"/>
          <p:nvPr/>
        </p:nvSpPr>
        <p:spPr>
          <a:xfrm>
            <a:off x="1055688" y="5861930"/>
            <a:ext cx="3771900" cy="494100"/>
          </a:xfrm>
          <a:prstGeom prst="rect">
            <a:avLst/>
          </a:prstGeom>
          <a:noFill/>
          <a:ln>
            <a:noFill/>
          </a:ln>
        </p:spPr>
        <p:txBody>
          <a:bodyPr anchorCtr="0" anchor="t" bIns="0" lIns="0" spcFirstLastPara="1" rIns="0" wrap="square" tIns="19875">
            <a:spAutoFit/>
          </a:bodyPr>
          <a:lstStyle/>
          <a:p>
            <a:pPr indent="0" lvl="0" marL="20942" marR="8375" rtl="0" algn="l">
              <a:lnSpc>
                <a:spcPct val="120000"/>
              </a:lnSpc>
              <a:spcBef>
                <a:spcPts val="0"/>
              </a:spcBef>
              <a:spcAft>
                <a:spcPts val="0"/>
              </a:spcAft>
              <a:buClr>
                <a:schemeClr val="dk1"/>
              </a:buClr>
              <a:buSzPts val="1400"/>
              <a:buFont typeface="Arial"/>
              <a:buNone/>
            </a:pPr>
            <a:r>
              <a:rPr b="0" i="0" lang="ru-RU" sz="1400" u="none" cap="none" strike="noStrike">
                <a:solidFill>
                  <a:schemeClr val="dk1"/>
                </a:solidFill>
                <a:latin typeface="IBM Plex Sans"/>
                <a:ea typeface="IBM Plex Sans"/>
                <a:cs typeface="IBM Plex Sans"/>
                <a:sym typeface="IBM Plex Sans"/>
              </a:rPr>
              <a:t>ularionova@mail.tsu.ru</a:t>
            </a:r>
            <a:endParaRPr b="0" i="0" sz="1400" u="none" cap="none" strike="noStrike">
              <a:solidFill>
                <a:schemeClr val="dk1"/>
              </a:solidFill>
              <a:latin typeface="IBM Plex Sans"/>
              <a:ea typeface="IBM Plex Sans"/>
              <a:cs typeface="IBM Plex Sans"/>
              <a:sym typeface="IBM Plex Sans"/>
            </a:endParaRPr>
          </a:p>
          <a:p>
            <a:pPr indent="0" lvl="0" marL="20942" marR="8376" rtl="0" algn="l">
              <a:lnSpc>
                <a:spcPct val="120000"/>
              </a:lnSpc>
              <a:spcBef>
                <a:spcPts val="0"/>
              </a:spcBef>
              <a:spcAft>
                <a:spcPts val="0"/>
              </a:spcAft>
              <a:buClr>
                <a:srgbClr val="000000"/>
              </a:buClr>
              <a:buSzPts val="1400"/>
              <a:buFont typeface="Arial"/>
              <a:buNone/>
            </a:pPr>
            <a:r>
              <a:t/>
            </a:r>
            <a:endParaRPr b="0" i="0" sz="1400" u="none" cap="none" strike="noStrike">
              <a:solidFill>
                <a:schemeClr val="dk1"/>
              </a:solidFill>
              <a:latin typeface="IBM Plex Sans"/>
              <a:ea typeface="IBM Plex Sans"/>
              <a:cs typeface="IBM Plex Sans"/>
              <a:sym typeface="IBM Plex Sans"/>
            </a:endParaRPr>
          </a:p>
        </p:txBody>
      </p:sp>
      <p:sp>
        <p:nvSpPr>
          <p:cNvPr id="272" name="Google Shape;272;g3d2618e5620_0_901"/>
          <p:cNvSpPr txBox="1"/>
          <p:nvPr/>
        </p:nvSpPr>
        <p:spPr>
          <a:xfrm>
            <a:off x="1055688" y="5110383"/>
            <a:ext cx="4032300" cy="857400"/>
          </a:xfrm>
          <a:prstGeom prst="rect">
            <a:avLst/>
          </a:prstGeom>
          <a:noFill/>
          <a:ln>
            <a:noFill/>
          </a:ln>
        </p:spPr>
        <p:txBody>
          <a:bodyPr anchorCtr="0" anchor="t" bIns="0" lIns="0" spcFirstLastPara="1" rIns="0" wrap="square" tIns="19875">
            <a:spAutoFit/>
          </a:bodyPr>
          <a:lstStyle/>
          <a:p>
            <a:pPr indent="0" lvl="0" marL="20942" marR="8375" rtl="0" algn="l">
              <a:lnSpc>
                <a:spcPct val="120000"/>
              </a:lnSpc>
              <a:spcBef>
                <a:spcPts val="0"/>
              </a:spcBef>
              <a:spcAft>
                <a:spcPts val="0"/>
              </a:spcAft>
              <a:buClr>
                <a:schemeClr val="dk1"/>
              </a:buClr>
              <a:buSzPts val="1600"/>
              <a:buFont typeface="Arial"/>
              <a:buNone/>
            </a:pPr>
            <a:r>
              <a:rPr b="0" i="0" lang="ru-RU" sz="1600" u="none" cap="none" strike="noStrike">
                <a:solidFill>
                  <a:schemeClr val="dk1"/>
                </a:solidFill>
                <a:latin typeface="IBM Plex Sans"/>
                <a:ea typeface="IBM Plex Sans"/>
                <a:cs typeface="IBM Plex Sans"/>
                <a:sym typeface="IBM Plex Sans"/>
              </a:rPr>
              <a:t>Ларионова Ульяна</a:t>
            </a:r>
            <a:endParaRPr b="0" i="0" sz="1400" u="none" cap="none" strike="noStrike">
              <a:solidFill>
                <a:schemeClr val="dk1"/>
              </a:solidFill>
              <a:latin typeface="Arial"/>
              <a:ea typeface="Arial"/>
              <a:cs typeface="Arial"/>
              <a:sym typeface="Arial"/>
            </a:endParaRPr>
          </a:p>
          <a:p>
            <a:pPr indent="0" lvl="0" marL="20942" marR="8375" rtl="0" algn="l">
              <a:lnSpc>
                <a:spcPct val="120000"/>
              </a:lnSpc>
              <a:spcBef>
                <a:spcPts val="0"/>
              </a:spcBef>
              <a:spcAft>
                <a:spcPts val="0"/>
              </a:spcAft>
              <a:buClr>
                <a:schemeClr val="dk1"/>
              </a:buClr>
              <a:buSzPts val="1600"/>
              <a:buFont typeface="Arial"/>
              <a:buNone/>
            </a:pPr>
            <a:r>
              <a:rPr b="0" i="0" lang="ru-RU" sz="1600" u="none" cap="none" strike="noStrike">
                <a:solidFill>
                  <a:schemeClr val="dk1"/>
                </a:solidFill>
                <a:latin typeface="IBM Plex Sans"/>
                <a:ea typeface="IBM Plex Sans"/>
                <a:cs typeface="IBM Plex Sans"/>
                <a:sym typeface="IBM Plex Sans"/>
              </a:rPr>
              <a:t>Преподаватель</a:t>
            </a:r>
            <a:endParaRPr b="0" i="0" sz="1600" u="none" cap="none" strike="noStrike">
              <a:solidFill>
                <a:schemeClr val="dk1"/>
              </a:solidFill>
              <a:latin typeface="IBM Plex Sans"/>
              <a:ea typeface="IBM Plex Sans"/>
              <a:cs typeface="IBM Plex Sans"/>
              <a:sym typeface="IBM Plex Sans"/>
            </a:endParaRPr>
          </a:p>
          <a:p>
            <a:pPr indent="0" lvl="0" marL="20942" marR="8376" rtl="0" algn="l">
              <a:lnSpc>
                <a:spcPct val="120000"/>
              </a:lnSpc>
              <a:spcBef>
                <a:spcPts val="0"/>
              </a:spcBef>
              <a:spcAft>
                <a:spcPts val="0"/>
              </a:spcAft>
              <a:buClr>
                <a:srgbClr val="000000"/>
              </a:buClr>
              <a:buSzPts val="1600"/>
              <a:buFont typeface="Arial"/>
              <a:buNone/>
            </a:pPr>
            <a:r>
              <a:t/>
            </a:r>
            <a:endParaRPr b="0" i="0" sz="1600" u="none" cap="none" strike="noStrike">
              <a:solidFill>
                <a:schemeClr val="dk1"/>
              </a:solidFill>
              <a:latin typeface="IBM Plex Sans"/>
              <a:ea typeface="IBM Plex Sans"/>
              <a:cs typeface="IBM Plex Sans"/>
              <a:sym typeface="IBM Plex Sans"/>
            </a:endParaRPr>
          </a:p>
        </p:txBody>
      </p:sp>
      <p:pic>
        <p:nvPicPr>
          <p:cNvPr id="273" name="Google Shape;273;g3d2618e5620_0_901"/>
          <p:cNvPicPr preferRelativeResize="0"/>
          <p:nvPr/>
        </p:nvPicPr>
        <p:blipFill rotWithShape="1">
          <a:blip r:embed="rId3">
            <a:alphaModFix/>
          </a:blip>
          <a:srcRect b="0" l="1283" r="0" t="0"/>
          <a:stretch/>
        </p:blipFill>
        <p:spPr>
          <a:xfrm>
            <a:off x="9353973" y="0"/>
            <a:ext cx="2838027" cy="6857998"/>
          </a:xfrm>
          <a:prstGeom prst="rect">
            <a:avLst/>
          </a:prstGeom>
          <a:noFill/>
          <a:ln>
            <a:noFill/>
          </a:ln>
        </p:spPr>
      </p:pic>
      <p:pic>
        <p:nvPicPr>
          <p:cNvPr id="274" name="Google Shape;274;g3d2618e5620_0_901"/>
          <p:cNvPicPr preferRelativeResize="0"/>
          <p:nvPr/>
        </p:nvPicPr>
        <p:blipFill rotWithShape="1">
          <a:blip r:embed="rId4">
            <a:alphaModFix/>
          </a:blip>
          <a:srcRect b="0" l="0" r="0" t="0"/>
          <a:stretch/>
        </p:blipFill>
        <p:spPr>
          <a:xfrm>
            <a:off x="2180216" y="424799"/>
            <a:ext cx="1565995" cy="562924"/>
          </a:xfrm>
          <a:prstGeom prst="rect">
            <a:avLst/>
          </a:prstGeom>
          <a:noFill/>
          <a:ln>
            <a:noFill/>
          </a:ln>
        </p:spPr>
      </p:pic>
      <p:pic>
        <p:nvPicPr>
          <p:cNvPr id="275" name="Google Shape;275;g3d2618e5620_0_901"/>
          <p:cNvPicPr preferRelativeResize="0"/>
          <p:nvPr/>
        </p:nvPicPr>
        <p:blipFill rotWithShape="1">
          <a:blip r:embed="rId5">
            <a:alphaModFix/>
          </a:blip>
          <a:srcRect b="0" l="0" r="0" t="0"/>
          <a:stretch/>
        </p:blipFill>
        <p:spPr>
          <a:xfrm>
            <a:off x="1055688" y="373794"/>
            <a:ext cx="677246" cy="774960"/>
          </a:xfrm>
          <a:prstGeom prst="rect">
            <a:avLst/>
          </a:prstGeom>
          <a:noFill/>
          <a:ln>
            <a:noFill/>
          </a:ln>
        </p:spPr>
      </p:pic>
      <p:pic>
        <p:nvPicPr>
          <p:cNvPr id="276" name="Google Shape;276;g3d2618e5620_0_901"/>
          <p:cNvPicPr preferRelativeResize="0"/>
          <p:nvPr/>
        </p:nvPicPr>
        <p:blipFill rotWithShape="1">
          <a:blip r:embed="rId6">
            <a:alphaModFix/>
          </a:blip>
          <a:srcRect b="0" l="0" r="0" t="0"/>
          <a:stretch/>
        </p:blipFill>
        <p:spPr>
          <a:xfrm>
            <a:off x="7519551" y="2892706"/>
            <a:ext cx="4439788" cy="444595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2022-09-15T07:23:32Z</dcterms:created>
  <dc:creator>UserIDO</dc:creator>
</cp:coreProperties>
</file>