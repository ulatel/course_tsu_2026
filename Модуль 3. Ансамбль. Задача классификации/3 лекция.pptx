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12192000"/>
  <p:notesSz cx="6858000" cy="9144000"/>
  <p:embeddedFontLst>
    <p:embeddedFont>
      <p:font typeface="IBM Plex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26">
          <p15:clr>
            <a:srgbClr val="A4A3A4"/>
          </p15:clr>
        </p15:guide>
        <p15:guide id="2" pos="665">
          <p15:clr>
            <a:srgbClr val="A4A3A4"/>
          </p15:clr>
        </p15:guide>
      </p15:sldGuideLst>
    </p:ext>
    <p:ext uri="GoogleSlidesCustomDataVersion2">
      <go:slidesCustomData xmlns:go="http://customooxmlschemas.google.com/" r:id="rId30" roundtripDataSignature="AMtx7mhoMj5CWrf5RvdsqXytNkm3BReN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26" orient="horz"/>
        <p:guide pos="66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BMPlexSans-regular.fntdata"/><Relationship Id="rId25" Type="http://schemas.openxmlformats.org/officeDocument/2006/relationships/slide" Target="slides/slide20.xml"/><Relationship Id="rId28" Type="http://schemas.openxmlformats.org/officeDocument/2006/relationships/font" Target="fonts/IBMPlexSans-italic.fntdata"/><Relationship Id="rId27" Type="http://schemas.openxmlformats.org/officeDocument/2006/relationships/font" Target="fonts/IBMPlex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BMPlex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Приветствую на 3 лекции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До сих пор мы рассмотрели линейные модели (линейная и лог ререссия) и из нелинейных моделей - kNN - это довольно простая модель, поэтому не всегда хорошо справляется с решением реальных задач.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Сегодня </a:t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>изучим способы, как получить из простых моделей максимум пользы. 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02a215817_0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представьте, что вам нужно сдать сложный экзамен и к невероятному счастью, нам разрешили позвать на помощь троих друзей — Катю, Лену и Вову. Но все они достаточно заняты, и у них нет времени ответить на все 100 вопросов. Так что они будут рады помочь с некоторыми из них. Какие методы мы можем использовать, чтобы получить их помощь?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Вот пара возможных техник.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вариант 1. Для каждого из друзей выбираете несколько случайных вопросов и попросите ответить на них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 Здесь на каждый вопрос отвечает хотя бы один из друзей.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Получив ответы, проходите тест, выбрав вариант, который встречался в ответах наиболее часто. Например, если на 1-й вопрос два друга ответили да, а один — нет, то вы отвечаете да.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Это похоже на БЭГГИНГ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d02a215817_0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02a215817_0_1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Давайте разберем его подробнее.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Сначала создаются случайные наборы путем выборки случайных точек из набора данных 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Неформально эта процедура означает следующее: представим, что объекты выборки лежат в мешке. Не глядя, достаем из мешка объект, записываем его в нашу подвыборку и убираем обратно в мешок. Далее, не глядя, достаем следующий объект, записываем в подвыборку и снова убираем в мешок. И так далее. В полученной подвыборке некоторые объекты исходной выборки по случайности могут встретиться несколько раз, а некоторые объекты - не встретиться ни разу.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Обучайте разные модели на каждом из наборов. Эти модели — слабые обучающие алгоритмы. Затем из слабых моделей комбинируется сильный обучающий алгоритм, и прогнозирование выполняется голосованием (если это классификационная модель) или усреднением прогнозов (если регрессионная).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d02a215817_0_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02a215817_0_1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Затем разные простые </a:t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>модели обучаются на каждом из наборов.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d02a215817_0_1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02a215817_0_2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Из этих слабых моделей комбинируется сильный обучающий алгоритм, и прогнозирование выполняется голосованием (если это классификационная модель) или усреднением прогнозов (если регрессионная).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d02a215817_0_2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d02a215817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Вернемся к экзамену. Следующий вариант, что вы можете сделать с вашими тремя друзьями: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Мы даем тест Кате и просим ее ответить только на те вопросы, в которых она наиболее уверена.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Предполагая, что ее ответы достаточно хороши, удаляем их из теста.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Далее задаем оставшиеся вопросы Лене с теми же инструкциями, а затем и Владу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Это похоже на бустинг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Бустинг работает так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Начинается все с обучения первой случайной модели. Оценка ее по всему набору данных.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Из обучающей выборки частично убираются точки с хорошими прогнозами и увеличиваются точки с плохими.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вторая модель обучается на измененном наборе данных.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Далаем так, пока не будут построены несколько моделей.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Способ объединить их в сильный алгоритм такой же, как и для бэггинга, а именно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путем голосования или усреднения прогнозов слабой модели. Более конкретно: если обучающие алгоритмы являются классификаторами, сильный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алгоритм прогнозирует наиболее распространенный класс, предсказанный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слабыми алгоритмами (отсюда термин «голосование»). Если модели являются регрессорами, сильный обучающий алгоритм предсказывает среднее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значение прогнозов, данных слабыми.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3d02a215817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d02a215817_0_2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Почему это стоит использовать? Одна из причин в том, что методы ансамбля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переобучаются гораздо меньше, чем другие модели.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В двух словах: одной модели легко переобучиться, но, если у вас их несколько для одного и того же набора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данных, их комбинация переобучается меньше. В каком-то смысле получается,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что, если один обучающий алгоритм совершает ошибку, другие, как правило,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исправляют ее и в среднем работают лучше.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g3d02a215817_0_2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d02a215817_0_3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g3d02a215817_0_3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2" name="Google Shape;322;g3d02a215817_0_3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d02a215817_0_3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Мы обсудили, как можно получить максимум из простых моделей. Эти методы можно применить почти для любых моделей, однако, чаще всего ансамбли строятся из решающих деревьев. Давайте разберем, что это такое.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d02a215817_0_3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cb20f13e01_0_9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Решающие деревья - это некие ориентированные графы с помощтю которых  можно описать довольно много алгоритмов.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Представьте, что вы собираетесь в путешествие и думаете, на каком транспорте поехать. Логика может быть такой: если расстояние больше 500 километров, то, скорее всего, вы выберете самолёт. Если расстояние меньше, то смотрите на состояние машины. При поломке машины поедете на поезде, а если состояние машины позволяет — отправитесь на автомобиле, чтобы насладиться свободой в пути. Каждый ответ ведёт к новому вопросу или конечному решению — это и есть принцип работы дерева решений.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Это пример деревьев решения для бинарной классификации</a:t>
            </a:r>
            <a:endParaRPr/>
          </a:p>
        </p:txBody>
      </p:sp>
      <p:sp>
        <p:nvSpPr>
          <p:cNvPr id="350" name="Google Shape;350;g3cb20f13e01_0_9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d02a215817_0_3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или пример дерева для регрессии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Допустим, мы хотим оценить, сколько минут займёт дорога утром. Посмотрим на день? если сегодня рабочий день, посмотрим на время.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Сейчас час пик (с 8 до 9 утра)?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в итоге получаем численный ответ - время до работы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g3d02a215817_0_3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d02a215817_0_4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Давайте вспомним некоторые термины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Дерево - это ориентированный граф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Корень дерева - вершина, из которой исходят ребра, но не входит ни одно ребро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Ребра - отрезки, исходящие из вершин дерева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Предикат - условие, которое проверяется в вершине дерева. обычно имеет вид "некий признак &gt; порога", то есть в каждой вершине используется ровно один признак и он сравнивается с некоторым пороговым значением.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Лист - концевая вершина дерева; в листьях дерева стоят предсказания модели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Деревья бывают разные, но чаще всего используются бинарные решающие деревья, то есть деревья, из каждой внутренней (не листовой) вершины исходит ровно две ветки.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g3d02a215817_0_4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b20f13e01_0_8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Деревья на практике строятся пошагово, то есть сначала подбирается первый предикат, который дает наилучшее качество разбиения. Затем второй, третий и так далее. Посмотрим на пример по</a:t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>ш</a:t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>агового построения дерева в задаче бинарной классификации.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g3cb20f13e01_0_8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d02a215817_0_4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ставим первое условие x2 &gt;0.5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оно лучше всего разбивает классы. Допустим, выше порога - зеленые, ниже розовые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посчитаем сколько ошибок - 3 в зеленом классе и 1 в розовом классе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идем дальше . допустим, по ответу нет, меньше 0.5. теперь мы работаем с областью только под прямой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g3d02a215817_0_4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d02a215817_0_5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ставим следущее условие x1 &gt;0.4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здесь мы можем заканчивать обучение и получить ответ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g3d02a215817_0_5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d02a215817_0_5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если продолжать, скорее всего мы получим такой график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возможно, нам стоило остановиться раньше, потому что теперь этот график напоминает переобучение. модель слишком сильно подстроилась под данные, а не описывает общие закономерности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основная проблема деревьев - переобучение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g3d02a215817_0_5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d02a215817_0_6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Почему это стоит использовать? Одна из причин в том, что методы ансамбля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переобучаются гораздо меньше, чем другие модели.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В двух словах: одной модели легко переобучиться, но, если у вас их несколько для одного и того же набора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данных, их комбинация переобучается меньше. В каком-то смысле получается,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что, если один обучающий алгоритм совершает ошибку, другие, как правило,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исправляют ее и в среднем работают лучше.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g3d02a215817_0_6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d02a215817_0_6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Посмотрим на примере деревьев решений - бэггинг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На некоторых </a:t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>примерах</a:t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> из нашей </a:t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>обучающей</a:t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> выборки обучим несколько моделей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g3d02a215817_0_6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d02a215817_0_7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Теперь для новой точки первая модель предскажет зеленый класс, вторая тоже, а третья - розовый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самый частый ответ - зеленый.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Таким образом бэггинг сгладил переобучение на шумах отдельных данных и выдал более релевантный ответ относительно остальной выборки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g3d02a215817_0_7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d02a215817_0_6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4" name="Google Shape;714;g3d02a215817_0_6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5" name="Google Shape;715;g3d02a215817_0_6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ез лектора">
  <p:cSld name="Без лектора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 1">
  <p:cSld name="TITLE_ONLY_1">
    <p:bg>
      <p:bgPr>
        <a:solidFill>
          <a:schemeClr val="l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g3ccf7679e09_0_224"/>
          <p:cNvPicPr preferRelativeResize="0"/>
          <p:nvPr/>
        </p:nvPicPr>
        <p:blipFill rotWithShape="1">
          <a:blip r:embed="rId2">
            <a:alphaModFix/>
          </a:blip>
          <a:srcRect b="47851" l="104756" r="280063" t="-108210"/>
          <a:stretch/>
        </p:blipFill>
        <p:spPr>
          <a:xfrm rot="10800000">
            <a:off x="1767" y="-2182"/>
            <a:ext cx="12188600" cy="6862365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g3ccf7679e09_0_224"/>
          <p:cNvSpPr txBox="1"/>
          <p:nvPr>
            <p:ph type="title"/>
          </p:nvPr>
        </p:nvSpPr>
        <p:spPr>
          <a:xfrm>
            <a:off x="953467" y="713333"/>
            <a:ext cx="102852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" name="Google Shape;31;g3ccf7679e09_0_224"/>
          <p:cNvSpPr txBox="1"/>
          <p:nvPr>
            <p:ph idx="1" type="subTitle"/>
          </p:nvPr>
        </p:nvSpPr>
        <p:spPr>
          <a:xfrm>
            <a:off x="960000" y="2214767"/>
            <a:ext cx="10278300" cy="39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g3ccf7679e09_0_228"/>
          <p:cNvPicPr preferRelativeResize="0"/>
          <p:nvPr/>
        </p:nvPicPr>
        <p:blipFill rotWithShape="1">
          <a:blip r:embed="rId2">
            <a:alphaModFix/>
          </a:blip>
          <a:srcRect b="2272" l="-19690" r="19690" t="414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g3ccf7679e09_0_228"/>
          <p:cNvSpPr txBox="1"/>
          <p:nvPr>
            <p:ph type="title"/>
          </p:nvPr>
        </p:nvSpPr>
        <p:spPr>
          <a:xfrm>
            <a:off x="953467" y="713333"/>
            <a:ext cx="10285200" cy="30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g3ccf7679e09_0_231"/>
          <p:cNvPicPr preferRelativeResize="0"/>
          <p:nvPr/>
        </p:nvPicPr>
        <p:blipFill rotWithShape="1">
          <a:blip r:embed="rId2">
            <a:alphaModFix/>
          </a:blip>
          <a:srcRect b="-6812" l="-55210" r="55210" t="5056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g3ccf7679e09_0_231"/>
          <p:cNvPicPr preferRelativeResize="0"/>
          <p:nvPr/>
        </p:nvPicPr>
        <p:blipFill rotWithShape="1">
          <a:blip r:embed="rId2">
            <a:alphaModFix/>
          </a:blip>
          <a:srcRect b="-6812" l="-55210" r="55210" t="50562"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_2">
    <p:bg>
      <p:bgPr>
        <a:solidFill>
          <a:schemeClr val="l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g3ccf7679e09_0_234"/>
          <p:cNvPicPr preferRelativeResize="0"/>
          <p:nvPr/>
        </p:nvPicPr>
        <p:blipFill rotWithShape="1">
          <a:blip r:embed="rId2">
            <a:alphaModFix/>
          </a:blip>
          <a:srcRect b="-35825" l="-6644" r="27549" t="13471"/>
          <a:stretch/>
        </p:blipFill>
        <p:spPr>
          <a:xfrm flipH="1">
            <a:off x="-14245" y="-3250"/>
            <a:ext cx="44283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g3ccf7679e09_0_234"/>
          <p:cNvPicPr preferRelativeResize="0"/>
          <p:nvPr/>
        </p:nvPicPr>
        <p:blipFill rotWithShape="1">
          <a:blip r:embed="rId2">
            <a:alphaModFix/>
          </a:blip>
          <a:srcRect b="-108521" l="-235243" r="44461" t="44962"/>
          <a:stretch/>
        </p:blipFill>
        <p:spPr>
          <a:xfrm flipH="1" rot="10800000">
            <a:off x="-14240" y="-3250"/>
            <a:ext cx="12192105" cy="686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lt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g3ccf7679e09_0_237"/>
          <p:cNvPicPr preferRelativeResize="0"/>
          <p:nvPr/>
        </p:nvPicPr>
        <p:blipFill rotWithShape="1">
          <a:blip r:embed="rId2">
            <a:alphaModFix/>
          </a:blip>
          <a:srcRect b="41636" l="174698" r="177064" t="-83399"/>
          <a:stretch/>
        </p:blipFill>
        <p:spPr>
          <a:xfrm>
            <a:off x="1767" y="-2183"/>
            <a:ext cx="12188600" cy="6862365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g3ccf7679e09_0_237"/>
          <p:cNvSpPr txBox="1"/>
          <p:nvPr>
            <p:ph type="title"/>
          </p:nvPr>
        </p:nvSpPr>
        <p:spPr>
          <a:xfrm>
            <a:off x="953467" y="713333"/>
            <a:ext cx="5142300" cy="12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g3ccf7679e09_0_237"/>
          <p:cNvSpPr txBox="1"/>
          <p:nvPr>
            <p:ph idx="1" type="body"/>
          </p:nvPr>
        </p:nvSpPr>
        <p:spPr>
          <a:xfrm>
            <a:off x="953467" y="2181733"/>
            <a:ext cx="6282900" cy="25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solidFill>
                  <a:schemeClr val="dk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solidFill>
                  <a:schemeClr val="dk1"/>
                </a:solidFill>
              </a:defRPr>
            </a:lvl2pPr>
            <a:lvl3pPr indent="-3810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solidFill>
                  <a:schemeClr val="dk1"/>
                </a:solidFill>
              </a:defRPr>
            </a:lvl3pPr>
            <a:lvl4pPr indent="-3810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solidFill>
                  <a:schemeClr val="dk1"/>
                </a:solidFill>
              </a:defRPr>
            </a:lvl4pPr>
            <a:lvl5pPr indent="-3810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solidFill>
                  <a:schemeClr val="dk1"/>
                </a:solidFill>
              </a:defRPr>
            </a:lvl5pPr>
            <a:lvl6pPr indent="-3810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solidFill>
                  <a:schemeClr val="dk1"/>
                </a:solidFill>
              </a:defRPr>
            </a:lvl6pPr>
            <a:lvl7pPr indent="-3810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solidFill>
                  <a:schemeClr val="dk1"/>
                </a:solidFill>
              </a:defRPr>
            </a:lvl7pPr>
            <a:lvl8pPr indent="-3810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solidFill>
                  <a:schemeClr val="dk1"/>
                </a:solidFill>
              </a:defRPr>
            </a:lvl8pPr>
            <a:lvl9pPr indent="-3810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5" name="Google Shape;45;g3ccf7679e09_0_237"/>
          <p:cNvSpPr/>
          <p:nvPr>
            <p:ph idx="2" type="pic"/>
          </p:nvPr>
        </p:nvSpPr>
        <p:spPr>
          <a:xfrm>
            <a:off x="7620233" y="100"/>
            <a:ext cx="45720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9" name="Google Shape;49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4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2" name="Google Shape;62;p5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5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4" name="Google Shape;64;p5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0" name="Google Shape;80;p5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1" name="Google Shape;81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5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5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8" name="Google Shape;88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5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5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14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14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20.png"/><Relationship Id="rId5" Type="http://schemas.openxmlformats.org/officeDocument/2006/relationships/image" Target="../media/image19.png"/><Relationship Id="rId6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20.png"/><Relationship Id="rId5" Type="http://schemas.openxmlformats.org/officeDocument/2006/relationships/image" Target="../media/image19.png"/><Relationship Id="rId6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20.png"/><Relationship Id="rId5" Type="http://schemas.openxmlformats.org/officeDocument/2006/relationships/image" Target="../media/image19.png"/><Relationship Id="rId6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20.png"/><Relationship Id="rId5" Type="http://schemas.openxmlformats.org/officeDocument/2006/relationships/image" Target="../media/image19.png"/><Relationship Id="rId6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/>
          <p:cNvGrpSpPr/>
          <p:nvPr/>
        </p:nvGrpSpPr>
        <p:grpSpPr>
          <a:xfrm>
            <a:off x="9353973" y="-1553420"/>
            <a:ext cx="2853949" cy="13716633"/>
            <a:chOff x="9353973" y="-1553420"/>
            <a:chExt cx="2853949" cy="13716633"/>
          </a:xfrm>
        </p:grpSpPr>
        <p:grpSp>
          <p:nvGrpSpPr>
            <p:cNvPr id="108" name="Google Shape;108;p2"/>
            <p:cNvGrpSpPr/>
            <p:nvPr/>
          </p:nvGrpSpPr>
          <p:grpSpPr>
            <a:xfrm>
              <a:off x="9353973" y="-1553420"/>
              <a:ext cx="2838027" cy="13716633"/>
              <a:chOff x="9353973" y="-6079700"/>
              <a:chExt cx="2838027" cy="13716633"/>
            </a:xfrm>
          </p:grpSpPr>
          <p:pic>
            <p:nvPicPr>
              <p:cNvPr id="109" name="Google Shape;109;p2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4" r="1" t="0"/>
              <a:stretch/>
            </p:blipFill>
            <p:spPr>
              <a:xfrm>
                <a:off x="9353973" y="778933"/>
                <a:ext cx="2838027" cy="68580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0" name="Google Shape;110;p2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4" r="1" t="0"/>
              <a:stretch/>
            </p:blipFill>
            <p:spPr>
              <a:xfrm>
                <a:off x="9353973" y="-6079700"/>
                <a:ext cx="2838027" cy="6858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11" name="Google Shape;111;p2"/>
            <p:cNvSpPr/>
            <p:nvPr/>
          </p:nvSpPr>
          <p:spPr>
            <a:xfrm>
              <a:off x="10772986" y="3855493"/>
              <a:ext cx="718429" cy="675564"/>
            </a:xfrm>
            <a:prstGeom prst="rect">
              <a:avLst/>
            </a:prstGeom>
            <a:solidFill>
              <a:srgbClr val="8E39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11489493" y="4531056"/>
              <a:ext cx="718429" cy="773523"/>
            </a:xfrm>
            <a:prstGeom prst="rect">
              <a:avLst/>
            </a:prstGeom>
            <a:solidFill>
              <a:srgbClr val="F8C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p2"/>
          <p:cNvSpPr txBox="1"/>
          <p:nvPr/>
        </p:nvSpPr>
        <p:spPr>
          <a:xfrm>
            <a:off x="1060850" y="2662300"/>
            <a:ext cx="62025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ru-RU" sz="44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Ансамбли</a:t>
            </a:r>
            <a:endParaRPr b="1" i="0" sz="4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1060850" y="3862804"/>
            <a:ext cx="6421800" cy="9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-RU" sz="24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Часть 1</a:t>
            </a:r>
            <a:endParaRPr b="0" i="0" sz="2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1060857" y="6033838"/>
            <a:ext cx="37719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875">
            <a:spAutoFit/>
          </a:bodyPr>
          <a:lstStyle/>
          <a:p>
            <a:pPr indent="0" lvl="0" marL="20942" marR="8377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ularionova@mail.tsu.ru</a:t>
            </a:r>
            <a:endParaRPr b="0" i="0" sz="1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1060857" y="5282291"/>
            <a:ext cx="40323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875">
            <a:spAutoFit/>
          </a:bodyPr>
          <a:lstStyle/>
          <a:p>
            <a:pPr indent="0" lvl="0" marL="20942" marR="8377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Ларионова Ульяна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0942" marR="8377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Преподаватель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17" name="Google Shape;11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8976462" y="3862790"/>
            <a:ext cx="2872245" cy="2884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80216" y="336521"/>
            <a:ext cx="1565995" cy="562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5688" y="285516"/>
            <a:ext cx="677246" cy="774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g3d02a215817_0_56"/>
          <p:cNvGrpSpPr/>
          <p:nvPr/>
        </p:nvGrpSpPr>
        <p:grpSpPr>
          <a:xfrm>
            <a:off x="9353973" y="-1553420"/>
            <a:ext cx="2854020" cy="13716631"/>
            <a:chOff x="9353973" y="-1553420"/>
            <a:chExt cx="2854020" cy="13716631"/>
          </a:xfrm>
        </p:grpSpPr>
        <p:grpSp>
          <p:nvGrpSpPr>
            <p:cNvPr id="125" name="Google Shape;125;g3d02a215817_0_56"/>
            <p:cNvGrpSpPr/>
            <p:nvPr/>
          </p:nvGrpSpPr>
          <p:grpSpPr>
            <a:xfrm>
              <a:off x="9353973" y="-1553420"/>
              <a:ext cx="2838027" cy="13716631"/>
              <a:chOff x="9353973" y="-6079700"/>
              <a:chExt cx="2838027" cy="13716631"/>
            </a:xfrm>
          </p:grpSpPr>
          <p:pic>
            <p:nvPicPr>
              <p:cNvPr id="126" name="Google Shape;126;g3d02a215817_0_56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778933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7" name="Google Shape;127;g3d02a215817_0_56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-6079700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28" name="Google Shape;128;g3d02a215817_0_56"/>
            <p:cNvSpPr/>
            <p:nvPr/>
          </p:nvSpPr>
          <p:spPr>
            <a:xfrm>
              <a:off x="10772986" y="3855493"/>
              <a:ext cx="718500" cy="675600"/>
            </a:xfrm>
            <a:prstGeom prst="rect">
              <a:avLst/>
            </a:prstGeom>
            <a:solidFill>
              <a:srgbClr val="8E39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g3d02a215817_0_56"/>
            <p:cNvSpPr/>
            <p:nvPr/>
          </p:nvSpPr>
          <p:spPr>
            <a:xfrm>
              <a:off x="11489493" y="4531056"/>
              <a:ext cx="718500" cy="773400"/>
            </a:xfrm>
            <a:prstGeom prst="rect">
              <a:avLst/>
            </a:prstGeom>
            <a:solidFill>
              <a:srgbClr val="F8C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30" name="Google Shape;130;g3d02a215817_0_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8976462" y="3862790"/>
            <a:ext cx="2872246" cy="2884213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3d02a215817_0_56"/>
          <p:cNvSpPr txBox="1"/>
          <p:nvPr/>
        </p:nvSpPr>
        <p:spPr>
          <a:xfrm>
            <a:off x="1055688" y="1327688"/>
            <a:ext cx="64218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Бэггинг</a:t>
            </a:r>
            <a:endParaRPr b="1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32" name="Google Shape;132;g3d02a215817_0_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54680" y="3043674"/>
            <a:ext cx="1327894" cy="13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g3d02a215817_0_5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44977" y="2663889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g3d02a215817_0_5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10800000">
            <a:off x="3920884" y="2663893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3d02a215817_0_5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44977" y="3333289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g3d02a215817_0_5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10800000">
            <a:off x="3920884" y="3333293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g3d02a215817_0_5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44977" y="4014839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g3d02a215817_0_5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10800000">
            <a:off x="3920884" y="4014843"/>
            <a:ext cx="1015809" cy="102004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3d02a215817_0_56"/>
          <p:cNvSpPr/>
          <p:nvPr/>
        </p:nvSpPr>
        <p:spPr>
          <a:xfrm>
            <a:off x="6575776" y="2803146"/>
            <a:ext cx="2215500" cy="4491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вопрос</a:t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0" name="Google Shape;140;g3d02a215817_0_56"/>
          <p:cNvSpPr/>
          <p:nvPr/>
        </p:nvSpPr>
        <p:spPr>
          <a:xfrm>
            <a:off x="6575763" y="3902759"/>
            <a:ext cx="2215500" cy="4491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вопрос</a:t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1" name="Google Shape;141;g3d02a215817_0_56"/>
          <p:cNvSpPr/>
          <p:nvPr/>
        </p:nvSpPr>
        <p:spPr>
          <a:xfrm>
            <a:off x="6575776" y="2253346"/>
            <a:ext cx="2215500" cy="4491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ru-RU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вопрос</a:t>
            </a:r>
            <a:endParaRPr b="1"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2" name="Google Shape;142;g3d02a215817_0_56"/>
          <p:cNvSpPr/>
          <p:nvPr/>
        </p:nvSpPr>
        <p:spPr>
          <a:xfrm>
            <a:off x="6575763" y="3352959"/>
            <a:ext cx="2215500" cy="4491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вопрос</a:t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3" name="Google Shape;143;g3d02a215817_0_56"/>
          <p:cNvSpPr/>
          <p:nvPr/>
        </p:nvSpPr>
        <p:spPr>
          <a:xfrm>
            <a:off x="6575776" y="5002346"/>
            <a:ext cx="2215500" cy="4491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вопрос</a:t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4" name="Google Shape;144;g3d02a215817_0_56"/>
          <p:cNvSpPr/>
          <p:nvPr/>
        </p:nvSpPr>
        <p:spPr>
          <a:xfrm>
            <a:off x="6575776" y="4452546"/>
            <a:ext cx="2215500" cy="4491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вопрос</a:t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45" name="Google Shape;145;g3d02a215817_0_56"/>
          <p:cNvCxnSpPr>
            <a:stCxn id="141" idx="1"/>
            <a:endCxn id="133" idx="3"/>
          </p:cNvCxnSpPr>
          <p:nvPr/>
        </p:nvCxnSpPr>
        <p:spPr>
          <a:xfrm flipH="1">
            <a:off x="5660776" y="2477896"/>
            <a:ext cx="915000" cy="696000"/>
          </a:xfrm>
          <a:prstGeom prst="curvedConnector3">
            <a:avLst>
              <a:gd fmla="val 49999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146" name="Google Shape;146;g3d02a215817_0_56"/>
          <p:cNvCxnSpPr>
            <a:stCxn id="139" idx="1"/>
            <a:endCxn id="133" idx="3"/>
          </p:cNvCxnSpPr>
          <p:nvPr/>
        </p:nvCxnSpPr>
        <p:spPr>
          <a:xfrm flipH="1">
            <a:off x="5660776" y="3027696"/>
            <a:ext cx="915000" cy="146100"/>
          </a:xfrm>
          <a:prstGeom prst="curvedConnector3">
            <a:avLst>
              <a:gd fmla="val 49999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147" name="Google Shape;147;g3d02a215817_0_56"/>
          <p:cNvCxnSpPr>
            <a:stCxn id="142" idx="1"/>
            <a:endCxn id="133" idx="3"/>
          </p:cNvCxnSpPr>
          <p:nvPr/>
        </p:nvCxnSpPr>
        <p:spPr>
          <a:xfrm rot="10800000">
            <a:off x="5660763" y="3174009"/>
            <a:ext cx="915000" cy="403500"/>
          </a:xfrm>
          <a:prstGeom prst="curvedConnector3">
            <a:avLst>
              <a:gd fmla="val 49999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148" name="Google Shape;148;g3d02a215817_0_56"/>
          <p:cNvCxnSpPr>
            <a:stCxn id="142" idx="1"/>
            <a:endCxn id="135" idx="3"/>
          </p:cNvCxnSpPr>
          <p:nvPr/>
        </p:nvCxnSpPr>
        <p:spPr>
          <a:xfrm flipH="1">
            <a:off x="5660763" y="3577509"/>
            <a:ext cx="915000" cy="265800"/>
          </a:xfrm>
          <a:prstGeom prst="curvedConnector3">
            <a:avLst>
              <a:gd fmla="val 49999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149" name="Google Shape;149;g3d02a215817_0_56"/>
          <p:cNvCxnSpPr>
            <a:stCxn id="140" idx="1"/>
            <a:endCxn id="135" idx="3"/>
          </p:cNvCxnSpPr>
          <p:nvPr/>
        </p:nvCxnSpPr>
        <p:spPr>
          <a:xfrm rot="10800000">
            <a:off x="5660763" y="3843209"/>
            <a:ext cx="915000" cy="284100"/>
          </a:xfrm>
          <a:prstGeom prst="curvedConnector3">
            <a:avLst>
              <a:gd fmla="val 49999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150" name="Google Shape;150;g3d02a215817_0_56"/>
          <p:cNvCxnSpPr>
            <a:stCxn id="140" idx="1"/>
            <a:endCxn id="137" idx="3"/>
          </p:cNvCxnSpPr>
          <p:nvPr/>
        </p:nvCxnSpPr>
        <p:spPr>
          <a:xfrm flipH="1">
            <a:off x="5660763" y="4127309"/>
            <a:ext cx="915000" cy="397500"/>
          </a:xfrm>
          <a:prstGeom prst="curvedConnector3">
            <a:avLst>
              <a:gd fmla="val 49999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151" name="Google Shape;151;g3d02a215817_0_56"/>
          <p:cNvCxnSpPr>
            <a:stCxn id="144" idx="1"/>
            <a:endCxn id="137" idx="3"/>
          </p:cNvCxnSpPr>
          <p:nvPr/>
        </p:nvCxnSpPr>
        <p:spPr>
          <a:xfrm rot="10800000">
            <a:off x="5660776" y="4524996"/>
            <a:ext cx="915000" cy="152100"/>
          </a:xfrm>
          <a:prstGeom prst="curvedConnector3">
            <a:avLst>
              <a:gd fmla="val 49999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152" name="Google Shape;152;g3d02a215817_0_56"/>
          <p:cNvCxnSpPr>
            <a:stCxn id="144" idx="1"/>
            <a:endCxn id="135" idx="3"/>
          </p:cNvCxnSpPr>
          <p:nvPr/>
        </p:nvCxnSpPr>
        <p:spPr>
          <a:xfrm rot="10800000">
            <a:off x="5660776" y="3843396"/>
            <a:ext cx="915000" cy="833700"/>
          </a:xfrm>
          <a:prstGeom prst="curvedConnector3">
            <a:avLst>
              <a:gd fmla="val 49999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153" name="Google Shape;153;g3d02a215817_0_56"/>
          <p:cNvCxnSpPr>
            <a:stCxn id="143" idx="1"/>
            <a:endCxn id="137" idx="3"/>
          </p:cNvCxnSpPr>
          <p:nvPr/>
        </p:nvCxnSpPr>
        <p:spPr>
          <a:xfrm rot="10800000">
            <a:off x="5660776" y="4524896"/>
            <a:ext cx="915000" cy="702000"/>
          </a:xfrm>
          <a:prstGeom prst="curvedConnector3">
            <a:avLst>
              <a:gd fmla="val 49999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154" name="Google Shape;154;g3d02a215817_0_56"/>
          <p:cNvSpPr/>
          <p:nvPr/>
        </p:nvSpPr>
        <p:spPr>
          <a:xfrm>
            <a:off x="3117350" y="2949350"/>
            <a:ext cx="915000" cy="4491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да</a:t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5" name="Google Shape;155;g3d02a215817_0_56"/>
          <p:cNvSpPr/>
          <p:nvPr/>
        </p:nvSpPr>
        <p:spPr>
          <a:xfrm>
            <a:off x="3107650" y="3618763"/>
            <a:ext cx="915000" cy="4491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да</a:t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6" name="Google Shape;156;g3d02a215817_0_56"/>
          <p:cNvSpPr/>
          <p:nvPr/>
        </p:nvSpPr>
        <p:spPr>
          <a:xfrm>
            <a:off x="3117350" y="4288188"/>
            <a:ext cx="915000" cy="4491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нет</a:t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7" name="Google Shape;157;g3d02a215817_0_56"/>
          <p:cNvSpPr/>
          <p:nvPr/>
        </p:nvSpPr>
        <p:spPr>
          <a:xfrm>
            <a:off x="639675" y="3485838"/>
            <a:ext cx="915000" cy="4491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да</a:t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58" name="Google Shape;158;g3d02a215817_0_56"/>
          <p:cNvCxnSpPr/>
          <p:nvPr/>
        </p:nvCxnSpPr>
        <p:spPr>
          <a:xfrm flipH="1">
            <a:off x="2671375" y="3293399"/>
            <a:ext cx="523800" cy="244800"/>
          </a:xfrm>
          <a:prstGeom prst="curvedConnector3">
            <a:avLst>
              <a:gd fmla="val 50000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159" name="Google Shape;159;g3d02a215817_0_56"/>
          <p:cNvCxnSpPr/>
          <p:nvPr/>
        </p:nvCxnSpPr>
        <p:spPr>
          <a:xfrm rot="10800000">
            <a:off x="2715175" y="3708599"/>
            <a:ext cx="480000" cy="134700"/>
          </a:xfrm>
          <a:prstGeom prst="curvedConnector3">
            <a:avLst>
              <a:gd fmla="val 50000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160" name="Google Shape;160;g3d02a215817_0_56"/>
          <p:cNvCxnSpPr/>
          <p:nvPr/>
        </p:nvCxnSpPr>
        <p:spPr>
          <a:xfrm rot="10800000">
            <a:off x="2662675" y="3883499"/>
            <a:ext cx="532500" cy="509700"/>
          </a:xfrm>
          <a:prstGeom prst="curvedConnector3">
            <a:avLst>
              <a:gd fmla="val 50000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02a215817_0_100"/>
          <p:cNvSpPr/>
          <p:nvPr/>
        </p:nvSpPr>
        <p:spPr>
          <a:xfrm>
            <a:off x="5393427" y="4658363"/>
            <a:ext cx="2540700" cy="1925100"/>
          </a:xfrm>
          <a:prstGeom prst="roundRect">
            <a:avLst>
              <a:gd fmla="val 22549" name="adj"/>
            </a:avLst>
          </a:prstGeom>
          <a:solidFill>
            <a:srgbClr val="8E39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6" name="Google Shape;166;g3d02a215817_0_100"/>
          <p:cNvSpPr/>
          <p:nvPr/>
        </p:nvSpPr>
        <p:spPr>
          <a:xfrm>
            <a:off x="5393414" y="1959963"/>
            <a:ext cx="2540700" cy="1925100"/>
          </a:xfrm>
          <a:prstGeom prst="roundRect">
            <a:avLst>
              <a:gd fmla="val 22549" name="adj"/>
            </a:avLst>
          </a:prstGeom>
          <a:solidFill>
            <a:srgbClr val="8E39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67" name="Google Shape;167;g3d02a215817_0_100"/>
          <p:cNvGrpSpPr/>
          <p:nvPr/>
        </p:nvGrpSpPr>
        <p:grpSpPr>
          <a:xfrm>
            <a:off x="9353973" y="-1553420"/>
            <a:ext cx="2854020" cy="13716631"/>
            <a:chOff x="9353973" y="-1553420"/>
            <a:chExt cx="2854020" cy="13716631"/>
          </a:xfrm>
        </p:grpSpPr>
        <p:grpSp>
          <p:nvGrpSpPr>
            <p:cNvPr id="168" name="Google Shape;168;g3d02a215817_0_100"/>
            <p:cNvGrpSpPr/>
            <p:nvPr/>
          </p:nvGrpSpPr>
          <p:grpSpPr>
            <a:xfrm>
              <a:off x="9353973" y="-1553420"/>
              <a:ext cx="2838027" cy="13716631"/>
              <a:chOff x="9353973" y="-6079700"/>
              <a:chExt cx="2838027" cy="13716631"/>
            </a:xfrm>
          </p:grpSpPr>
          <p:pic>
            <p:nvPicPr>
              <p:cNvPr id="169" name="Google Shape;169;g3d02a215817_0_100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778933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0" name="Google Shape;170;g3d02a215817_0_100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-6079700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71" name="Google Shape;171;g3d02a215817_0_100"/>
            <p:cNvSpPr/>
            <p:nvPr/>
          </p:nvSpPr>
          <p:spPr>
            <a:xfrm>
              <a:off x="10772986" y="3855493"/>
              <a:ext cx="718500" cy="675600"/>
            </a:xfrm>
            <a:prstGeom prst="rect">
              <a:avLst/>
            </a:prstGeom>
            <a:solidFill>
              <a:srgbClr val="8E39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g3d02a215817_0_100"/>
            <p:cNvSpPr/>
            <p:nvPr/>
          </p:nvSpPr>
          <p:spPr>
            <a:xfrm>
              <a:off x="11489493" y="4531056"/>
              <a:ext cx="718500" cy="773400"/>
            </a:xfrm>
            <a:prstGeom prst="rect">
              <a:avLst/>
            </a:prstGeom>
            <a:solidFill>
              <a:srgbClr val="F8C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3" name="Google Shape;173;g3d02a215817_0_100"/>
          <p:cNvSpPr txBox="1"/>
          <p:nvPr/>
        </p:nvSpPr>
        <p:spPr>
          <a:xfrm>
            <a:off x="1055688" y="1327688"/>
            <a:ext cx="64218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Бэггинг</a:t>
            </a:r>
            <a:endParaRPr b="1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4" name="Google Shape;174;g3d02a215817_0_100"/>
          <p:cNvSpPr/>
          <p:nvPr/>
        </p:nvSpPr>
        <p:spPr>
          <a:xfrm>
            <a:off x="1758050" y="2844546"/>
            <a:ext cx="2215500" cy="4491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вопрос 2</a:t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5" name="Google Shape;175;g3d02a215817_0_100"/>
          <p:cNvSpPr/>
          <p:nvPr/>
        </p:nvSpPr>
        <p:spPr>
          <a:xfrm>
            <a:off x="1758038" y="3921279"/>
            <a:ext cx="2215500" cy="4491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вопрос …</a:t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6" name="Google Shape;176;g3d02a215817_0_100"/>
          <p:cNvSpPr/>
          <p:nvPr/>
        </p:nvSpPr>
        <p:spPr>
          <a:xfrm>
            <a:off x="1758050" y="2294746"/>
            <a:ext cx="2215500" cy="4491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вопрос 1</a:t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7" name="Google Shape;177;g3d02a215817_0_100"/>
          <p:cNvSpPr/>
          <p:nvPr/>
        </p:nvSpPr>
        <p:spPr>
          <a:xfrm>
            <a:off x="1758038" y="3394359"/>
            <a:ext cx="2215500" cy="4491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вопрос 3</a:t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8" name="Google Shape;178;g3d02a215817_0_100"/>
          <p:cNvSpPr/>
          <p:nvPr/>
        </p:nvSpPr>
        <p:spPr>
          <a:xfrm>
            <a:off x="1758025" y="5495609"/>
            <a:ext cx="2215500" cy="4491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вопрос 100</a:t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9" name="Google Shape;179;g3d02a215817_0_100"/>
          <p:cNvSpPr/>
          <p:nvPr/>
        </p:nvSpPr>
        <p:spPr>
          <a:xfrm>
            <a:off x="1758025" y="4958856"/>
            <a:ext cx="2215500" cy="4491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вопрос 99</a:t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0" name="Google Shape;180;g3d02a215817_0_100"/>
          <p:cNvSpPr/>
          <p:nvPr/>
        </p:nvSpPr>
        <p:spPr>
          <a:xfrm>
            <a:off x="5563876" y="2130296"/>
            <a:ext cx="2215500" cy="4491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вопрос 1</a:t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1" name="Google Shape;181;g3d02a215817_0_100"/>
          <p:cNvSpPr/>
          <p:nvPr/>
        </p:nvSpPr>
        <p:spPr>
          <a:xfrm>
            <a:off x="5563863" y="2680096"/>
            <a:ext cx="2215500" cy="4491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вопрос 3</a:t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2" name="Google Shape;182;g3d02a215817_0_100"/>
          <p:cNvSpPr/>
          <p:nvPr/>
        </p:nvSpPr>
        <p:spPr>
          <a:xfrm>
            <a:off x="5563876" y="3229896"/>
            <a:ext cx="2215500" cy="4491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вопрос 78</a:t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3" name="Google Shape;183;g3d02a215817_0_100"/>
          <p:cNvSpPr/>
          <p:nvPr/>
        </p:nvSpPr>
        <p:spPr>
          <a:xfrm>
            <a:off x="5556026" y="4864396"/>
            <a:ext cx="2215500" cy="4491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вопрос 6</a:t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4" name="Google Shape;184;g3d02a215817_0_100"/>
          <p:cNvSpPr/>
          <p:nvPr/>
        </p:nvSpPr>
        <p:spPr>
          <a:xfrm>
            <a:off x="5556013" y="5414196"/>
            <a:ext cx="2215500" cy="4491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вопрос 3</a:t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5" name="Google Shape;185;g3d02a215817_0_100"/>
          <p:cNvSpPr/>
          <p:nvPr/>
        </p:nvSpPr>
        <p:spPr>
          <a:xfrm>
            <a:off x="5556026" y="5963996"/>
            <a:ext cx="2215500" cy="4491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вопрос 99</a:t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6" name="Google Shape;186;g3d02a215817_0_100"/>
          <p:cNvSpPr/>
          <p:nvPr/>
        </p:nvSpPr>
        <p:spPr>
          <a:xfrm>
            <a:off x="1758063" y="4444971"/>
            <a:ext cx="2215500" cy="4491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вопрос 98</a:t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87" name="Google Shape;187;g3d02a215817_0_100"/>
          <p:cNvCxnSpPr>
            <a:stCxn id="177" idx="3"/>
            <a:endCxn id="184" idx="1"/>
          </p:cNvCxnSpPr>
          <p:nvPr/>
        </p:nvCxnSpPr>
        <p:spPr>
          <a:xfrm>
            <a:off x="3973538" y="3618909"/>
            <a:ext cx="1582500" cy="2019900"/>
          </a:xfrm>
          <a:prstGeom prst="curvedConnector3">
            <a:avLst>
              <a:gd fmla="val 49999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188" name="Google Shape;188;g3d02a215817_0_100"/>
          <p:cNvCxnSpPr>
            <a:stCxn id="177" idx="3"/>
            <a:endCxn id="181" idx="1"/>
          </p:cNvCxnSpPr>
          <p:nvPr/>
        </p:nvCxnSpPr>
        <p:spPr>
          <a:xfrm flipH="1" rot="10800000">
            <a:off x="3973538" y="2904609"/>
            <a:ext cx="1590300" cy="714300"/>
          </a:xfrm>
          <a:prstGeom prst="curvedConnector3">
            <a:avLst>
              <a:gd fmla="val 50001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189" name="Google Shape;189;g3d02a215817_0_100"/>
          <p:cNvSpPr/>
          <p:nvPr/>
        </p:nvSpPr>
        <p:spPr>
          <a:xfrm>
            <a:off x="5522424" y="4092475"/>
            <a:ext cx="2282700" cy="358500"/>
          </a:xfrm>
          <a:prstGeom prst="roundRect">
            <a:avLst>
              <a:gd fmla="val 22549" name="adj"/>
            </a:avLst>
          </a:prstGeom>
          <a:solidFill>
            <a:srgbClr val="8E39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…</a:t>
            </a:r>
            <a:endParaRPr i="0" sz="1800" u="none" cap="none" strike="noStrike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02a215817_0_174"/>
          <p:cNvSpPr/>
          <p:nvPr/>
        </p:nvSpPr>
        <p:spPr>
          <a:xfrm>
            <a:off x="5393427" y="4658363"/>
            <a:ext cx="2540700" cy="1925100"/>
          </a:xfrm>
          <a:prstGeom prst="roundRect">
            <a:avLst>
              <a:gd fmla="val 22549" name="adj"/>
            </a:avLst>
          </a:prstGeom>
          <a:solidFill>
            <a:srgbClr val="8E39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5" name="Google Shape;195;g3d02a215817_0_174"/>
          <p:cNvSpPr/>
          <p:nvPr/>
        </p:nvSpPr>
        <p:spPr>
          <a:xfrm>
            <a:off x="5393414" y="1959963"/>
            <a:ext cx="2540700" cy="1925100"/>
          </a:xfrm>
          <a:prstGeom prst="roundRect">
            <a:avLst>
              <a:gd fmla="val 22549" name="adj"/>
            </a:avLst>
          </a:prstGeom>
          <a:solidFill>
            <a:srgbClr val="8E39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96" name="Google Shape;196;g3d02a215817_0_174"/>
          <p:cNvGrpSpPr/>
          <p:nvPr/>
        </p:nvGrpSpPr>
        <p:grpSpPr>
          <a:xfrm>
            <a:off x="9353973" y="-1553420"/>
            <a:ext cx="2854020" cy="13716631"/>
            <a:chOff x="9353973" y="-1553420"/>
            <a:chExt cx="2854020" cy="13716631"/>
          </a:xfrm>
        </p:grpSpPr>
        <p:grpSp>
          <p:nvGrpSpPr>
            <p:cNvPr id="197" name="Google Shape;197;g3d02a215817_0_174"/>
            <p:cNvGrpSpPr/>
            <p:nvPr/>
          </p:nvGrpSpPr>
          <p:grpSpPr>
            <a:xfrm>
              <a:off x="9353973" y="-1553420"/>
              <a:ext cx="2838027" cy="13716631"/>
              <a:chOff x="9353973" y="-6079700"/>
              <a:chExt cx="2838027" cy="13716631"/>
            </a:xfrm>
          </p:grpSpPr>
          <p:pic>
            <p:nvPicPr>
              <p:cNvPr id="198" name="Google Shape;198;g3d02a215817_0_174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778933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9" name="Google Shape;199;g3d02a215817_0_174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-6079700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00" name="Google Shape;200;g3d02a215817_0_174"/>
            <p:cNvSpPr/>
            <p:nvPr/>
          </p:nvSpPr>
          <p:spPr>
            <a:xfrm>
              <a:off x="10772986" y="3855493"/>
              <a:ext cx="718500" cy="675600"/>
            </a:xfrm>
            <a:prstGeom prst="rect">
              <a:avLst/>
            </a:prstGeom>
            <a:solidFill>
              <a:srgbClr val="8E39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g3d02a215817_0_174"/>
            <p:cNvSpPr/>
            <p:nvPr/>
          </p:nvSpPr>
          <p:spPr>
            <a:xfrm>
              <a:off x="11489493" y="4531056"/>
              <a:ext cx="718500" cy="773400"/>
            </a:xfrm>
            <a:prstGeom prst="rect">
              <a:avLst/>
            </a:prstGeom>
            <a:solidFill>
              <a:srgbClr val="F8C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" name="Google Shape;202;g3d02a215817_0_174"/>
          <p:cNvSpPr txBox="1"/>
          <p:nvPr/>
        </p:nvSpPr>
        <p:spPr>
          <a:xfrm>
            <a:off x="1055688" y="1327688"/>
            <a:ext cx="64218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Бэггинг</a:t>
            </a:r>
            <a:endParaRPr b="1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3" name="Google Shape;203;g3d02a215817_0_174"/>
          <p:cNvSpPr/>
          <p:nvPr/>
        </p:nvSpPr>
        <p:spPr>
          <a:xfrm>
            <a:off x="5563876" y="2130296"/>
            <a:ext cx="2215500" cy="4491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вопрос 1</a:t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4" name="Google Shape;204;g3d02a215817_0_174"/>
          <p:cNvSpPr/>
          <p:nvPr/>
        </p:nvSpPr>
        <p:spPr>
          <a:xfrm>
            <a:off x="5563863" y="2680096"/>
            <a:ext cx="2215500" cy="4491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вопрос 3</a:t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5" name="Google Shape;205;g3d02a215817_0_174"/>
          <p:cNvSpPr/>
          <p:nvPr/>
        </p:nvSpPr>
        <p:spPr>
          <a:xfrm>
            <a:off x="5563876" y="3229896"/>
            <a:ext cx="2215500" cy="4491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вопрос 78</a:t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6" name="Google Shape;206;g3d02a215817_0_174"/>
          <p:cNvSpPr/>
          <p:nvPr/>
        </p:nvSpPr>
        <p:spPr>
          <a:xfrm>
            <a:off x="5556026" y="4864396"/>
            <a:ext cx="2215500" cy="4491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вопрос 6</a:t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7" name="Google Shape;207;g3d02a215817_0_174"/>
          <p:cNvSpPr/>
          <p:nvPr/>
        </p:nvSpPr>
        <p:spPr>
          <a:xfrm>
            <a:off x="5556013" y="5414196"/>
            <a:ext cx="2215500" cy="4491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вопрос 3</a:t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8" name="Google Shape;208;g3d02a215817_0_174"/>
          <p:cNvSpPr/>
          <p:nvPr/>
        </p:nvSpPr>
        <p:spPr>
          <a:xfrm>
            <a:off x="5556026" y="5963996"/>
            <a:ext cx="2215500" cy="4491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вопрос 99</a:t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9" name="Google Shape;209;g3d02a215817_0_174"/>
          <p:cNvSpPr/>
          <p:nvPr/>
        </p:nvSpPr>
        <p:spPr>
          <a:xfrm>
            <a:off x="5522424" y="4092475"/>
            <a:ext cx="2282700" cy="358500"/>
          </a:xfrm>
          <a:prstGeom prst="roundRect">
            <a:avLst>
              <a:gd fmla="val 22549" name="adj"/>
            </a:avLst>
          </a:prstGeom>
          <a:solidFill>
            <a:srgbClr val="8E39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…</a:t>
            </a:r>
            <a:endParaRPr i="0" sz="1800" u="none" cap="none" strike="noStrike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10" name="Google Shape;210;g3d02a215817_0_1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3802" y="2942514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g3d02a215817_0_1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3802" y="3611914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g3d02a215817_0_1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3802" y="4293464"/>
            <a:ext cx="1015809" cy="10200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3" name="Google Shape;213;g3d02a215817_0_174"/>
          <p:cNvCxnSpPr>
            <a:stCxn id="195" idx="1"/>
            <a:endCxn id="210" idx="3"/>
          </p:cNvCxnSpPr>
          <p:nvPr/>
        </p:nvCxnSpPr>
        <p:spPr>
          <a:xfrm flipH="1">
            <a:off x="3639614" y="2922513"/>
            <a:ext cx="1753800" cy="530100"/>
          </a:xfrm>
          <a:prstGeom prst="curvedConnector3">
            <a:avLst>
              <a:gd fmla="val 50000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14" name="Google Shape;214;g3d02a215817_0_174"/>
          <p:cNvCxnSpPr>
            <a:stCxn id="209" idx="1"/>
            <a:endCxn id="211" idx="3"/>
          </p:cNvCxnSpPr>
          <p:nvPr/>
        </p:nvCxnSpPr>
        <p:spPr>
          <a:xfrm rot="10800000">
            <a:off x="3639624" y="4122025"/>
            <a:ext cx="1882800" cy="149700"/>
          </a:xfrm>
          <a:prstGeom prst="curvedConnector3">
            <a:avLst>
              <a:gd fmla="val 50000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15" name="Google Shape;215;g3d02a215817_0_174"/>
          <p:cNvCxnSpPr>
            <a:stCxn id="194" idx="1"/>
            <a:endCxn id="212" idx="3"/>
          </p:cNvCxnSpPr>
          <p:nvPr/>
        </p:nvCxnSpPr>
        <p:spPr>
          <a:xfrm rot="10800000">
            <a:off x="3639627" y="4803413"/>
            <a:ext cx="1753800" cy="817500"/>
          </a:xfrm>
          <a:prstGeom prst="curvedConnector3">
            <a:avLst>
              <a:gd fmla="val 50000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d02a215817_0_208"/>
          <p:cNvSpPr/>
          <p:nvPr/>
        </p:nvSpPr>
        <p:spPr>
          <a:xfrm>
            <a:off x="5393427" y="4658363"/>
            <a:ext cx="2540700" cy="1925100"/>
          </a:xfrm>
          <a:prstGeom prst="roundRect">
            <a:avLst>
              <a:gd fmla="val 22549" name="adj"/>
            </a:avLst>
          </a:prstGeom>
          <a:solidFill>
            <a:srgbClr val="8E39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21" name="Google Shape;221;g3d02a215817_0_208"/>
          <p:cNvSpPr/>
          <p:nvPr/>
        </p:nvSpPr>
        <p:spPr>
          <a:xfrm>
            <a:off x="5393414" y="1959963"/>
            <a:ext cx="2540700" cy="1925100"/>
          </a:xfrm>
          <a:prstGeom prst="roundRect">
            <a:avLst>
              <a:gd fmla="val 22549" name="adj"/>
            </a:avLst>
          </a:prstGeom>
          <a:solidFill>
            <a:srgbClr val="8E39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222" name="Google Shape;222;g3d02a215817_0_208"/>
          <p:cNvGrpSpPr/>
          <p:nvPr/>
        </p:nvGrpSpPr>
        <p:grpSpPr>
          <a:xfrm>
            <a:off x="9353973" y="-1553420"/>
            <a:ext cx="2854020" cy="13716631"/>
            <a:chOff x="9353973" y="-1553420"/>
            <a:chExt cx="2854020" cy="13716631"/>
          </a:xfrm>
        </p:grpSpPr>
        <p:grpSp>
          <p:nvGrpSpPr>
            <p:cNvPr id="223" name="Google Shape;223;g3d02a215817_0_208"/>
            <p:cNvGrpSpPr/>
            <p:nvPr/>
          </p:nvGrpSpPr>
          <p:grpSpPr>
            <a:xfrm>
              <a:off x="9353973" y="-1553420"/>
              <a:ext cx="2838027" cy="13716631"/>
              <a:chOff x="9353973" y="-6079700"/>
              <a:chExt cx="2838027" cy="13716631"/>
            </a:xfrm>
          </p:grpSpPr>
          <p:pic>
            <p:nvPicPr>
              <p:cNvPr id="224" name="Google Shape;224;g3d02a215817_0_208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778933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5" name="Google Shape;225;g3d02a215817_0_208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-6079700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26" name="Google Shape;226;g3d02a215817_0_208"/>
            <p:cNvSpPr/>
            <p:nvPr/>
          </p:nvSpPr>
          <p:spPr>
            <a:xfrm>
              <a:off x="10772986" y="3855493"/>
              <a:ext cx="718500" cy="675600"/>
            </a:xfrm>
            <a:prstGeom prst="rect">
              <a:avLst/>
            </a:prstGeom>
            <a:solidFill>
              <a:srgbClr val="8E39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g3d02a215817_0_208"/>
            <p:cNvSpPr/>
            <p:nvPr/>
          </p:nvSpPr>
          <p:spPr>
            <a:xfrm>
              <a:off x="11489493" y="4531056"/>
              <a:ext cx="718500" cy="773400"/>
            </a:xfrm>
            <a:prstGeom prst="rect">
              <a:avLst/>
            </a:prstGeom>
            <a:solidFill>
              <a:srgbClr val="F8C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8" name="Google Shape;228;g3d02a215817_0_208"/>
          <p:cNvSpPr txBox="1"/>
          <p:nvPr/>
        </p:nvSpPr>
        <p:spPr>
          <a:xfrm>
            <a:off x="1055688" y="1327688"/>
            <a:ext cx="64218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Бэггинг</a:t>
            </a:r>
            <a:endParaRPr b="1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29" name="Google Shape;229;g3d02a215817_0_208"/>
          <p:cNvSpPr/>
          <p:nvPr/>
        </p:nvSpPr>
        <p:spPr>
          <a:xfrm>
            <a:off x="5563876" y="2130296"/>
            <a:ext cx="2215500" cy="4491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вопрос 1</a:t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30" name="Google Shape;230;g3d02a215817_0_208"/>
          <p:cNvSpPr/>
          <p:nvPr/>
        </p:nvSpPr>
        <p:spPr>
          <a:xfrm>
            <a:off x="5563863" y="2680096"/>
            <a:ext cx="2215500" cy="4491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вопрос 3</a:t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31" name="Google Shape;231;g3d02a215817_0_208"/>
          <p:cNvSpPr/>
          <p:nvPr/>
        </p:nvSpPr>
        <p:spPr>
          <a:xfrm>
            <a:off x="5563876" y="3229896"/>
            <a:ext cx="2215500" cy="4491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вопрос 78</a:t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32" name="Google Shape;232;g3d02a215817_0_208"/>
          <p:cNvSpPr/>
          <p:nvPr/>
        </p:nvSpPr>
        <p:spPr>
          <a:xfrm>
            <a:off x="5556026" y="4864396"/>
            <a:ext cx="2215500" cy="4491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вопрос 6</a:t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33" name="Google Shape;233;g3d02a215817_0_208"/>
          <p:cNvSpPr/>
          <p:nvPr/>
        </p:nvSpPr>
        <p:spPr>
          <a:xfrm>
            <a:off x="5556013" y="5414196"/>
            <a:ext cx="2215500" cy="4491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вопрос 3</a:t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34" name="Google Shape;234;g3d02a215817_0_208"/>
          <p:cNvSpPr/>
          <p:nvPr/>
        </p:nvSpPr>
        <p:spPr>
          <a:xfrm>
            <a:off x="5556026" y="5963996"/>
            <a:ext cx="2215500" cy="4491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вопрос 99</a:t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35" name="Google Shape;235;g3d02a215817_0_208"/>
          <p:cNvSpPr/>
          <p:nvPr/>
        </p:nvSpPr>
        <p:spPr>
          <a:xfrm>
            <a:off x="5522424" y="4092475"/>
            <a:ext cx="2282700" cy="358500"/>
          </a:xfrm>
          <a:prstGeom prst="roundRect">
            <a:avLst>
              <a:gd fmla="val 22549" name="adj"/>
            </a:avLst>
          </a:prstGeom>
          <a:solidFill>
            <a:srgbClr val="8E39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…</a:t>
            </a:r>
            <a:endParaRPr i="0" sz="1800" u="none" cap="none" strike="noStrike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36" name="Google Shape;236;g3d02a215817_0_2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3802" y="2942514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g3d02a215817_0_2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3802" y="3611914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g3d02a215817_0_2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3802" y="4293464"/>
            <a:ext cx="1015809" cy="10200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9" name="Google Shape;239;g3d02a215817_0_208"/>
          <p:cNvCxnSpPr>
            <a:stCxn id="221" idx="1"/>
            <a:endCxn id="236" idx="3"/>
          </p:cNvCxnSpPr>
          <p:nvPr/>
        </p:nvCxnSpPr>
        <p:spPr>
          <a:xfrm flipH="1">
            <a:off x="3639614" y="2922513"/>
            <a:ext cx="1753800" cy="530100"/>
          </a:xfrm>
          <a:prstGeom prst="curvedConnector3">
            <a:avLst>
              <a:gd fmla="val 50000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40" name="Google Shape;240;g3d02a215817_0_208"/>
          <p:cNvCxnSpPr>
            <a:stCxn id="235" idx="1"/>
            <a:endCxn id="237" idx="3"/>
          </p:cNvCxnSpPr>
          <p:nvPr/>
        </p:nvCxnSpPr>
        <p:spPr>
          <a:xfrm rot="10800000">
            <a:off x="3639624" y="4122025"/>
            <a:ext cx="1882800" cy="149700"/>
          </a:xfrm>
          <a:prstGeom prst="curvedConnector3">
            <a:avLst>
              <a:gd fmla="val 50000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41" name="Google Shape;241;g3d02a215817_0_208"/>
          <p:cNvCxnSpPr>
            <a:stCxn id="220" idx="1"/>
            <a:endCxn id="238" idx="3"/>
          </p:cNvCxnSpPr>
          <p:nvPr/>
        </p:nvCxnSpPr>
        <p:spPr>
          <a:xfrm rot="10800000">
            <a:off x="3639627" y="4803413"/>
            <a:ext cx="1753800" cy="817500"/>
          </a:xfrm>
          <a:prstGeom prst="curvedConnector3">
            <a:avLst>
              <a:gd fmla="val 50000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pic>
        <p:nvPicPr>
          <p:cNvPr id="242" name="Google Shape;242;g3d02a215817_0_20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7055" y="3447174"/>
            <a:ext cx="1327894" cy="1333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3" name="Google Shape;243;g3d02a215817_0_208"/>
          <p:cNvCxnSpPr/>
          <p:nvPr/>
        </p:nvCxnSpPr>
        <p:spPr>
          <a:xfrm flipH="1">
            <a:off x="2233750" y="3696899"/>
            <a:ext cx="523800" cy="244800"/>
          </a:xfrm>
          <a:prstGeom prst="curvedConnector3">
            <a:avLst>
              <a:gd fmla="val 50000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44" name="Google Shape;244;g3d02a215817_0_208"/>
          <p:cNvCxnSpPr/>
          <p:nvPr/>
        </p:nvCxnSpPr>
        <p:spPr>
          <a:xfrm rot="10800000">
            <a:off x="2277550" y="4112099"/>
            <a:ext cx="480000" cy="134700"/>
          </a:xfrm>
          <a:prstGeom prst="curvedConnector3">
            <a:avLst>
              <a:gd fmla="val 50000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45" name="Google Shape;245;g3d02a215817_0_208"/>
          <p:cNvCxnSpPr/>
          <p:nvPr/>
        </p:nvCxnSpPr>
        <p:spPr>
          <a:xfrm rot="10800000">
            <a:off x="2225050" y="4286999"/>
            <a:ext cx="532500" cy="509700"/>
          </a:xfrm>
          <a:prstGeom prst="curvedConnector3">
            <a:avLst>
              <a:gd fmla="val 50000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250;g3d02a215817_0_1"/>
          <p:cNvGrpSpPr/>
          <p:nvPr/>
        </p:nvGrpSpPr>
        <p:grpSpPr>
          <a:xfrm>
            <a:off x="9353973" y="-1553420"/>
            <a:ext cx="2854020" cy="13716631"/>
            <a:chOff x="9353973" y="-1553420"/>
            <a:chExt cx="2854020" cy="13716631"/>
          </a:xfrm>
        </p:grpSpPr>
        <p:grpSp>
          <p:nvGrpSpPr>
            <p:cNvPr id="251" name="Google Shape;251;g3d02a215817_0_1"/>
            <p:cNvGrpSpPr/>
            <p:nvPr/>
          </p:nvGrpSpPr>
          <p:grpSpPr>
            <a:xfrm>
              <a:off x="9353973" y="-1553420"/>
              <a:ext cx="2838027" cy="13716631"/>
              <a:chOff x="9353973" y="-6079700"/>
              <a:chExt cx="2838027" cy="13716631"/>
            </a:xfrm>
          </p:grpSpPr>
          <p:pic>
            <p:nvPicPr>
              <p:cNvPr id="252" name="Google Shape;252;g3d02a215817_0_1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778933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3" name="Google Shape;253;g3d02a215817_0_1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-6079700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54" name="Google Shape;254;g3d02a215817_0_1"/>
            <p:cNvSpPr/>
            <p:nvPr/>
          </p:nvSpPr>
          <p:spPr>
            <a:xfrm>
              <a:off x="10772986" y="3855493"/>
              <a:ext cx="718500" cy="675600"/>
            </a:xfrm>
            <a:prstGeom prst="rect">
              <a:avLst/>
            </a:prstGeom>
            <a:solidFill>
              <a:srgbClr val="8E39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g3d02a215817_0_1"/>
            <p:cNvSpPr/>
            <p:nvPr/>
          </p:nvSpPr>
          <p:spPr>
            <a:xfrm>
              <a:off x="11489493" y="4531056"/>
              <a:ext cx="718500" cy="773400"/>
            </a:xfrm>
            <a:prstGeom prst="rect">
              <a:avLst/>
            </a:prstGeom>
            <a:solidFill>
              <a:srgbClr val="F8C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56" name="Google Shape;256;g3d02a215817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8976462" y="3862790"/>
            <a:ext cx="2872246" cy="2884213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g3d02a215817_0_1"/>
          <p:cNvSpPr txBox="1"/>
          <p:nvPr/>
        </p:nvSpPr>
        <p:spPr>
          <a:xfrm>
            <a:off x="1055688" y="1327688"/>
            <a:ext cx="64218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Бустинг</a:t>
            </a:r>
            <a:endParaRPr b="1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58" name="Google Shape;258;g3d02a215817_0_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8592" y="1864804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g3d02a215817_0_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11302" y="4389864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g3d02a215817_0_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10800000">
            <a:off x="5875434" y="4400456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g3d02a215817_0_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11302" y="4383727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g3d02a215817_0_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-5400000">
            <a:off x="6499096" y="3706380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g3d02a215817_0_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99090" y="4383727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g3d02a215817_0_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10800000">
            <a:off x="3308034" y="4383731"/>
            <a:ext cx="1015809" cy="102004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g3d02a215817_0_1"/>
          <p:cNvSpPr/>
          <p:nvPr/>
        </p:nvSpPr>
        <p:spPr>
          <a:xfrm>
            <a:off x="8072414" y="3858100"/>
            <a:ext cx="1060200" cy="4491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вопрос</a:t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66" name="Google Shape;266;g3d02a215817_0_1"/>
          <p:cNvSpPr/>
          <p:nvPr/>
        </p:nvSpPr>
        <p:spPr>
          <a:xfrm>
            <a:off x="8072408" y="4957713"/>
            <a:ext cx="1060200" cy="4491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вопрос</a:t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67" name="Google Shape;267;g3d02a215817_0_1"/>
          <p:cNvSpPr/>
          <p:nvPr/>
        </p:nvSpPr>
        <p:spPr>
          <a:xfrm>
            <a:off x="8072414" y="3308300"/>
            <a:ext cx="1060200" cy="4491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вопрос</a:t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68" name="Google Shape;268;g3d02a215817_0_1"/>
          <p:cNvSpPr/>
          <p:nvPr/>
        </p:nvSpPr>
        <p:spPr>
          <a:xfrm>
            <a:off x="8072408" y="4407913"/>
            <a:ext cx="1060200" cy="4491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вопрос</a:t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69" name="Google Shape;269;g3d02a215817_0_1"/>
          <p:cNvSpPr/>
          <p:nvPr/>
        </p:nvSpPr>
        <p:spPr>
          <a:xfrm>
            <a:off x="8072414" y="6057300"/>
            <a:ext cx="1060200" cy="4491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вопрос</a:t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0" name="Google Shape;270;g3d02a215817_0_1"/>
          <p:cNvSpPr/>
          <p:nvPr/>
        </p:nvSpPr>
        <p:spPr>
          <a:xfrm>
            <a:off x="8072414" y="5507500"/>
            <a:ext cx="1060200" cy="4491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вопрос</a:t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71" name="Google Shape;271;g3d02a215817_0_1"/>
          <p:cNvCxnSpPr>
            <a:stCxn id="267" idx="1"/>
            <a:endCxn id="259" idx="3"/>
          </p:cNvCxnSpPr>
          <p:nvPr/>
        </p:nvCxnSpPr>
        <p:spPr>
          <a:xfrm flipH="1">
            <a:off x="7527014" y="3532850"/>
            <a:ext cx="545400" cy="1367100"/>
          </a:xfrm>
          <a:prstGeom prst="curvedConnector3">
            <a:avLst>
              <a:gd fmla="val 49991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72" name="Google Shape;272;g3d02a215817_0_1"/>
          <p:cNvCxnSpPr>
            <a:stCxn id="265" idx="1"/>
            <a:endCxn id="259" idx="3"/>
          </p:cNvCxnSpPr>
          <p:nvPr/>
        </p:nvCxnSpPr>
        <p:spPr>
          <a:xfrm flipH="1">
            <a:off x="7527014" y="4082650"/>
            <a:ext cx="545400" cy="817200"/>
          </a:xfrm>
          <a:prstGeom prst="curvedConnector3">
            <a:avLst>
              <a:gd fmla="val 49991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73" name="Google Shape;273;g3d02a215817_0_1"/>
          <p:cNvCxnSpPr>
            <a:stCxn id="268" idx="1"/>
            <a:endCxn id="259" idx="3"/>
          </p:cNvCxnSpPr>
          <p:nvPr/>
        </p:nvCxnSpPr>
        <p:spPr>
          <a:xfrm flipH="1">
            <a:off x="7527008" y="4632463"/>
            <a:ext cx="545400" cy="267300"/>
          </a:xfrm>
          <a:prstGeom prst="curvedConnector3">
            <a:avLst>
              <a:gd fmla="val 49991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74" name="Google Shape;274;g3d02a215817_0_1"/>
          <p:cNvCxnSpPr>
            <a:stCxn id="268" idx="1"/>
            <a:endCxn id="261" idx="3"/>
          </p:cNvCxnSpPr>
          <p:nvPr/>
        </p:nvCxnSpPr>
        <p:spPr>
          <a:xfrm flipH="1">
            <a:off x="7527008" y="4632463"/>
            <a:ext cx="545400" cy="261300"/>
          </a:xfrm>
          <a:prstGeom prst="curvedConnector3">
            <a:avLst>
              <a:gd fmla="val 49991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75" name="Google Shape;275;g3d02a215817_0_1"/>
          <p:cNvCxnSpPr>
            <a:stCxn id="266" idx="1"/>
            <a:endCxn id="261" idx="3"/>
          </p:cNvCxnSpPr>
          <p:nvPr/>
        </p:nvCxnSpPr>
        <p:spPr>
          <a:xfrm rot="10800000">
            <a:off x="7527008" y="4893663"/>
            <a:ext cx="545400" cy="288600"/>
          </a:xfrm>
          <a:prstGeom prst="curvedConnector3">
            <a:avLst>
              <a:gd fmla="val 49991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76" name="Google Shape;276;g3d02a215817_0_1"/>
          <p:cNvCxnSpPr>
            <a:stCxn id="266" idx="1"/>
            <a:endCxn id="263" idx="3"/>
          </p:cNvCxnSpPr>
          <p:nvPr/>
        </p:nvCxnSpPr>
        <p:spPr>
          <a:xfrm rot="10800000">
            <a:off x="7515008" y="4893663"/>
            <a:ext cx="557400" cy="288600"/>
          </a:xfrm>
          <a:prstGeom prst="curvedConnector3">
            <a:avLst>
              <a:gd fmla="val 50010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77" name="Google Shape;277;g3d02a215817_0_1"/>
          <p:cNvCxnSpPr>
            <a:stCxn id="270" idx="1"/>
            <a:endCxn id="263" idx="3"/>
          </p:cNvCxnSpPr>
          <p:nvPr/>
        </p:nvCxnSpPr>
        <p:spPr>
          <a:xfrm rot="10800000">
            <a:off x="7515014" y="4893850"/>
            <a:ext cx="557400" cy="838200"/>
          </a:xfrm>
          <a:prstGeom prst="curvedConnector3">
            <a:avLst>
              <a:gd fmla="val 50010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78" name="Google Shape;278;g3d02a215817_0_1"/>
          <p:cNvCxnSpPr>
            <a:stCxn id="270" idx="1"/>
            <a:endCxn id="261" idx="3"/>
          </p:cNvCxnSpPr>
          <p:nvPr/>
        </p:nvCxnSpPr>
        <p:spPr>
          <a:xfrm rot="10800000">
            <a:off x="7527014" y="4893850"/>
            <a:ext cx="545400" cy="838200"/>
          </a:xfrm>
          <a:prstGeom prst="curvedConnector3">
            <a:avLst>
              <a:gd fmla="val 49991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79" name="Google Shape;279;g3d02a215817_0_1"/>
          <p:cNvCxnSpPr>
            <a:stCxn id="269" idx="1"/>
            <a:endCxn id="263" idx="3"/>
          </p:cNvCxnSpPr>
          <p:nvPr/>
        </p:nvCxnSpPr>
        <p:spPr>
          <a:xfrm rot="10800000">
            <a:off x="7515014" y="4893750"/>
            <a:ext cx="557400" cy="1388100"/>
          </a:xfrm>
          <a:prstGeom prst="curvedConnector3">
            <a:avLst>
              <a:gd fmla="val 50010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280" name="Google Shape;280;g3d02a215817_0_1"/>
          <p:cNvSpPr/>
          <p:nvPr/>
        </p:nvSpPr>
        <p:spPr>
          <a:xfrm>
            <a:off x="6485443" y="3311638"/>
            <a:ext cx="1060200" cy="449100"/>
          </a:xfrm>
          <a:prstGeom prst="roundRect">
            <a:avLst>
              <a:gd fmla="val 22549" name="adj"/>
            </a:avLst>
          </a:prstGeom>
          <a:solidFill>
            <a:srgbClr val="8E39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ответ</a:t>
            </a:r>
            <a:endParaRPr i="0" sz="1800" u="none" cap="none" strike="noStrike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81" name="Google Shape;281;g3d02a215817_0_1"/>
          <p:cNvSpPr/>
          <p:nvPr/>
        </p:nvSpPr>
        <p:spPr>
          <a:xfrm>
            <a:off x="4881387" y="4402663"/>
            <a:ext cx="1060200" cy="4491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вопрос</a:t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82" name="Google Shape;282;g3d02a215817_0_1"/>
          <p:cNvSpPr/>
          <p:nvPr/>
        </p:nvSpPr>
        <p:spPr>
          <a:xfrm>
            <a:off x="6485443" y="2761838"/>
            <a:ext cx="1060200" cy="449100"/>
          </a:xfrm>
          <a:prstGeom prst="roundRect">
            <a:avLst>
              <a:gd fmla="val 22549" name="adj"/>
            </a:avLst>
          </a:prstGeom>
          <a:solidFill>
            <a:srgbClr val="8E39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ответ</a:t>
            </a:r>
            <a:endParaRPr i="0" sz="1800" u="none" cap="none" strike="noStrike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83" name="Google Shape;283;g3d02a215817_0_1"/>
          <p:cNvSpPr/>
          <p:nvPr/>
        </p:nvSpPr>
        <p:spPr>
          <a:xfrm>
            <a:off x="4881387" y="3852863"/>
            <a:ext cx="1060200" cy="4491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вопрос</a:t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84" name="Google Shape;284;g3d02a215817_0_1"/>
          <p:cNvSpPr/>
          <p:nvPr/>
        </p:nvSpPr>
        <p:spPr>
          <a:xfrm>
            <a:off x="4881393" y="5502250"/>
            <a:ext cx="1060200" cy="4491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вопрос</a:t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85" name="Google Shape;285;g3d02a215817_0_1"/>
          <p:cNvSpPr/>
          <p:nvPr/>
        </p:nvSpPr>
        <p:spPr>
          <a:xfrm>
            <a:off x="4881393" y="4952450"/>
            <a:ext cx="1060200" cy="4491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вопрос</a:t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86" name="Google Shape;286;g3d02a215817_0_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65603" y="4392089"/>
            <a:ext cx="1015809" cy="1020041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g3d02a215817_0_1"/>
          <p:cNvSpPr/>
          <p:nvPr/>
        </p:nvSpPr>
        <p:spPr>
          <a:xfrm>
            <a:off x="2352512" y="4669200"/>
            <a:ext cx="1060200" cy="4491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вопрос</a:t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88" name="Google Shape;288;g3d02a215817_0_1"/>
          <p:cNvSpPr/>
          <p:nvPr/>
        </p:nvSpPr>
        <p:spPr>
          <a:xfrm>
            <a:off x="2352512" y="4119400"/>
            <a:ext cx="1060200" cy="4491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вопрос</a:t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89" name="Google Shape;289;g3d02a215817_0_1"/>
          <p:cNvSpPr/>
          <p:nvPr/>
        </p:nvSpPr>
        <p:spPr>
          <a:xfrm>
            <a:off x="2352518" y="5218988"/>
            <a:ext cx="1060200" cy="4491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вопрос</a:t>
            </a:r>
            <a:endParaRPr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90" name="Google Shape;290;g3d02a215817_0_1"/>
          <p:cNvSpPr/>
          <p:nvPr/>
        </p:nvSpPr>
        <p:spPr>
          <a:xfrm>
            <a:off x="3616918" y="3583200"/>
            <a:ext cx="1060200" cy="449100"/>
          </a:xfrm>
          <a:prstGeom prst="roundRect">
            <a:avLst>
              <a:gd fmla="val 22549" name="adj"/>
            </a:avLst>
          </a:prstGeom>
          <a:solidFill>
            <a:srgbClr val="8E39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ответ</a:t>
            </a:r>
            <a:endParaRPr i="0" sz="1800" u="none" cap="none" strike="noStrike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91" name="Google Shape;291;g3d02a215817_0_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32103" y="4307189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g3d02a215817_0_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-5400000">
            <a:off x="3871696" y="3683531"/>
            <a:ext cx="1015809" cy="1020041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g3d02a215817_0_1"/>
          <p:cNvSpPr/>
          <p:nvPr/>
        </p:nvSpPr>
        <p:spPr>
          <a:xfrm>
            <a:off x="1235743" y="3633538"/>
            <a:ext cx="1060200" cy="449100"/>
          </a:xfrm>
          <a:prstGeom prst="roundRect">
            <a:avLst>
              <a:gd fmla="val 22549" name="adj"/>
            </a:avLst>
          </a:prstGeom>
          <a:solidFill>
            <a:srgbClr val="8E39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ответ</a:t>
            </a:r>
            <a:endParaRPr i="0" sz="1800" u="none" cap="none" strike="noStrike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94" name="Google Shape;294;g3d02a215817_0_1"/>
          <p:cNvSpPr/>
          <p:nvPr/>
        </p:nvSpPr>
        <p:spPr>
          <a:xfrm>
            <a:off x="1235743" y="3083738"/>
            <a:ext cx="1060200" cy="449100"/>
          </a:xfrm>
          <a:prstGeom prst="roundRect">
            <a:avLst>
              <a:gd fmla="val 22549" name="adj"/>
            </a:avLst>
          </a:prstGeom>
          <a:solidFill>
            <a:srgbClr val="8E39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ответ</a:t>
            </a:r>
            <a:endParaRPr i="0" sz="1800" u="none" cap="none" strike="noStrike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95" name="Google Shape;295;g3d02a215817_0_1"/>
          <p:cNvSpPr/>
          <p:nvPr/>
        </p:nvSpPr>
        <p:spPr>
          <a:xfrm>
            <a:off x="1232093" y="2518938"/>
            <a:ext cx="1060200" cy="449100"/>
          </a:xfrm>
          <a:prstGeom prst="roundRect">
            <a:avLst>
              <a:gd fmla="val 22549" name="adj"/>
            </a:avLst>
          </a:prstGeom>
          <a:solidFill>
            <a:srgbClr val="8E39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ответ</a:t>
            </a:r>
            <a:endParaRPr i="0" sz="1800" u="none" cap="none" strike="noStrike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96" name="Google Shape;296;g3d02a215817_0_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-5400000">
            <a:off x="1232096" y="3706381"/>
            <a:ext cx="1015809" cy="1020041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g3d02a215817_0_1"/>
          <p:cNvSpPr txBox="1"/>
          <p:nvPr/>
        </p:nvSpPr>
        <p:spPr>
          <a:xfrm>
            <a:off x="3882750" y="5387700"/>
            <a:ext cx="76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Лена</a:t>
            </a:r>
            <a:endParaRPr sz="17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98" name="Google Shape;298;g3d02a215817_0_1"/>
          <p:cNvSpPr txBox="1"/>
          <p:nvPr/>
        </p:nvSpPr>
        <p:spPr>
          <a:xfrm>
            <a:off x="6777938" y="5327225"/>
            <a:ext cx="76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Катя</a:t>
            </a:r>
            <a:endParaRPr sz="17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99" name="Google Shape;299;g3d02a215817_0_1"/>
          <p:cNvSpPr txBox="1"/>
          <p:nvPr/>
        </p:nvSpPr>
        <p:spPr>
          <a:xfrm>
            <a:off x="1381988" y="5327225"/>
            <a:ext cx="76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Влад</a:t>
            </a:r>
            <a:endParaRPr sz="17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00" name="Google Shape;300;g3d02a215817_0_1"/>
          <p:cNvCxnSpPr>
            <a:stCxn id="290" idx="0"/>
            <a:endCxn id="258" idx="2"/>
          </p:cNvCxnSpPr>
          <p:nvPr/>
        </p:nvCxnSpPr>
        <p:spPr>
          <a:xfrm rot="-5400000">
            <a:off x="4122568" y="2909250"/>
            <a:ext cx="698400" cy="649500"/>
          </a:xfrm>
          <a:prstGeom prst="curvedConnector3">
            <a:avLst>
              <a:gd fmla="val 49997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301" name="Google Shape;301;g3d02a215817_0_1"/>
          <p:cNvCxnSpPr>
            <a:stCxn id="282" idx="1"/>
            <a:endCxn id="258" idx="3"/>
          </p:cNvCxnSpPr>
          <p:nvPr/>
        </p:nvCxnSpPr>
        <p:spPr>
          <a:xfrm rot="10800000">
            <a:off x="5304343" y="2374688"/>
            <a:ext cx="1181100" cy="611700"/>
          </a:xfrm>
          <a:prstGeom prst="curvedConnector3">
            <a:avLst>
              <a:gd fmla="val 49998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302" name="Google Shape;302;g3d02a215817_0_1"/>
          <p:cNvCxnSpPr>
            <a:stCxn id="280" idx="1"/>
            <a:endCxn id="258" idx="3"/>
          </p:cNvCxnSpPr>
          <p:nvPr/>
        </p:nvCxnSpPr>
        <p:spPr>
          <a:xfrm rot="10800000">
            <a:off x="5304343" y="2374888"/>
            <a:ext cx="1181100" cy="1161300"/>
          </a:xfrm>
          <a:prstGeom prst="curvedConnector3">
            <a:avLst>
              <a:gd fmla="val 49998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303" name="Google Shape;303;g3d02a215817_0_1"/>
          <p:cNvCxnSpPr>
            <a:stCxn id="295" idx="3"/>
            <a:endCxn id="258" idx="1"/>
          </p:cNvCxnSpPr>
          <p:nvPr/>
        </p:nvCxnSpPr>
        <p:spPr>
          <a:xfrm flipH="1" rot="10800000">
            <a:off x="2292293" y="2374788"/>
            <a:ext cx="1996200" cy="368700"/>
          </a:xfrm>
          <a:prstGeom prst="curvedConnector3">
            <a:avLst>
              <a:gd fmla="val 50002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304" name="Google Shape;304;g3d02a215817_0_1"/>
          <p:cNvCxnSpPr>
            <a:stCxn id="294" idx="3"/>
            <a:endCxn id="258" idx="1"/>
          </p:cNvCxnSpPr>
          <p:nvPr/>
        </p:nvCxnSpPr>
        <p:spPr>
          <a:xfrm flipH="1" rot="10800000">
            <a:off x="2295943" y="2374688"/>
            <a:ext cx="1992600" cy="933600"/>
          </a:xfrm>
          <a:prstGeom prst="curvedConnector3">
            <a:avLst>
              <a:gd fmla="val 50001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305" name="Google Shape;305;g3d02a215817_0_1"/>
          <p:cNvCxnSpPr>
            <a:endCxn id="258" idx="1"/>
          </p:cNvCxnSpPr>
          <p:nvPr/>
        </p:nvCxnSpPr>
        <p:spPr>
          <a:xfrm flipH="1" rot="10800000">
            <a:off x="2238392" y="2374824"/>
            <a:ext cx="2050200" cy="1499700"/>
          </a:xfrm>
          <a:prstGeom prst="curvedConnector3">
            <a:avLst>
              <a:gd fmla="val 50000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Google Shape;310;g3d02a215817_0_287"/>
          <p:cNvGrpSpPr/>
          <p:nvPr/>
        </p:nvGrpSpPr>
        <p:grpSpPr>
          <a:xfrm>
            <a:off x="9353973" y="-1553420"/>
            <a:ext cx="2854020" cy="13716631"/>
            <a:chOff x="9353973" y="-1553420"/>
            <a:chExt cx="2854020" cy="13716631"/>
          </a:xfrm>
        </p:grpSpPr>
        <p:grpSp>
          <p:nvGrpSpPr>
            <p:cNvPr id="311" name="Google Shape;311;g3d02a215817_0_287"/>
            <p:cNvGrpSpPr/>
            <p:nvPr/>
          </p:nvGrpSpPr>
          <p:grpSpPr>
            <a:xfrm>
              <a:off x="9353973" y="-1553420"/>
              <a:ext cx="2838027" cy="13716631"/>
              <a:chOff x="9353973" y="-6079700"/>
              <a:chExt cx="2838027" cy="13716631"/>
            </a:xfrm>
          </p:grpSpPr>
          <p:pic>
            <p:nvPicPr>
              <p:cNvPr id="312" name="Google Shape;312;g3d02a215817_0_287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778933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3" name="Google Shape;313;g3d02a215817_0_287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-6079700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14" name="Google Shape;314;g3d02a215817_0_287"/>
            <p:cNvSpPr/>
            <p:nvPr/>
          </p:nvSpPr>
          <p:spPr>
            <a:xfrm>
              <a:off x="10772986" y="3855493"/>
              <a:ext cx="718500" cy="675600"/>
            </a:xfrm>
            <a:prstGeom prst="rect">
              <a:avLst/>
            </a:prstGeom>
            <a:solidFill>
              <a:srgbClr val="8E39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g3d02a215817_0_287"/>
            <p:cNvSpPr/>
            <p:nvPr/>
          </p:nvSpPr>
          <p:spPr>
            <a:xfrm>
              <a:off x="11489493" y="4531056"/>
              <a:ext cx="718500" cy="773400"/>
            </a:xfrm>
            <a:prstGeom prst="rect">
              <a:avLst/>
            </a:prstGeom>
            <a:solidFill>
              <a:srgbClr val="F8C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16" name="Google Shape;316;g3d02a215817_0_2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8976462" y="3862790"/>
            <a:ext cx="2872246" cy="2884213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g3d02a215817_0_287"/>
          <p:cNvSpPr txBox="1"/>
          <p:nvPr/>
        </p:nvSpPr>
        <p:spPr>
          <a:xfrm>
            <a:off x="1055688" y="1327688"/>
            <a:ext cx="64218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Почему это стоит использовать?</a:t>
            </a:r>
            <a:endParaRPr b="1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8" name="Google Shape;318;g3d02a215817_0_287"/>
          <p:cNvSpPr txBox="1"/>
          <p:nvPr/>
        </p:nvSpPr>
        <p:spPr>
          <a:xfrm>
            <a:off x="979700" y="2513925"/>
            <a:ext cx="52521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87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"/>
              <a:buChar char="-"/>
            </a:pPr>
            <a:r>
              <a:rPr lang="ru-RU" sz="1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Решает проблему переобучения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d02a215817_0_364"/>
          <p:cNvSpPr txBox="1"/>
          <p:nvPr/>
        </p:nvSpPr>
        <p:spPr>
          <a:xfrm>
            <a:off x="1055688" y="2561602"/>
            <a:ext cx="6463800" cy="1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ru-RU" sz="44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Спасибо </a:t>
            </a:r>
            <a:br>
              <a:rPr b="1" i="0" lang="ru-RU" sz="44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b="1" i="0" lang="ru-RU" sz="44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за внимание</a:t>
            </a:r>
            <a:endParaRPr b="1" i="0" sz="4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25" name="Google Shape;325;g3d02a215817_0_364"/>
          <p:cNvSpPr txBox="1"/>
          <p:nvPr/>
        </p:nvSpPr>
        <p:spPr>
          <a:xfrm>
            <a:off x="1055688" y="5861930"/>
            <a:ext cx="3771900" cy="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875">
            <a:spAutoFit/>
          </a:bodyPr>
          <a:lstStyle/>
          <a:p>
            <a:pPr indent="0" lvl="0" marL="20942" marR="8375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ularionova@mail.tsu.ru</a:t>
            </a:r>
            <a:endParaRPr b="0" i="0" sz="1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20942" marR="8376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26" name="Google Shape;326;g3d02a215817_0_364"/>
          <p:cNvSpPr txBox="1"/>
          <p:nvPr/>
        </p:nvSpPr>
        <p:spPr>
          <a:xfrm>
            <a:off x="1055688" y="5110383"/>
            <a:ext cx="4032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875">
            <a:spAutoFit/>
          </a:bodyPr>
          <a:lstStyle/>
          <a:p>
            <a:pPr indent="0" lvl="0" marL="20942" marR="8375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Ларионова Ульяна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0942" marR="8375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Преподаватель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20942" marR="8376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327" name="Google Shape;327;g3d02a215817_0_364"/>
          <p:cNvPicPr preferRelativeResize="0"/>
          <p:nvPr/>
        </p:nvPicPr>
        <p:blipFill rotWithShape="1">
          <a:blip r:embed="rId3">
            <a:alphaModFix/>
          </a:blip>
          <a:srcRect b="0" l="1283" r="0" t="0"/>
          <a:stretch/>
        </p:blipFill>
        <p:spPr>
          <a:xfrm>
            <a:off x="9353973" y="0"/>
            <a:ext cx="2838027" cy="6857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g3d02a215817_0_3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80216" y="424799"/>
            <a:ext cx="1565995" cy="562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g3d02a215817_0_3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5688" y="373794"/>
            <a:ext cx="677246" cy="774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g3d02a215817_0_36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19551" y="2892706"/>
            <a:ext cx="4439788" cy="4445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" name="Google Shape;335;g3d02a215817_0_348"/>
          <p:cNvGrpSpPr/>
          <p:nvPr/>
        </p:nvGrpSpPr>
        <p:grpSpPr>
          <a:xfrm>
            <a:off x="9353973" y="-1553420"/>
            <a:ext cx="2854020" cy="13716631"/>
            <a:chOff x="9353973" y="-1553420"/>
            <a:chExt cx="2854020" cy="13716631"/>
          </a:xfrm>
        </p:grpSpPr>
        <p:grpSp>
          <p:nvGrpSpPr>
            <p:cNvPr id="336" name="Google Shape;336;g3d02a215817_0_348"/>
            <p:cNvGrpSpPr/>
            <p:nvPr/>
          </p:nvGrpSpPr>
          <p:grpSpPr>
            <a:xfrm>
              <a:off x="9353973" y="-1553420"/>
              <a:ext cx="2838027" cy="13716631"/>
              <a:chOff x="9353973" y="-6079700"/>
              <a:chExt cx="2838027" cy="13716631"/>
            </a:xfrm>
          </p:grpSpPr>
          <p:pic>
            <p:nvPicPr>
              <p:cNvPr id="337" name="Google Shape;337;g3d02a215817_0_348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778933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38" name="Google Shape;338;g3d02a215817_0_348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-6079700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39" name="Google Shape;339;g3d02a215817_0_348"/>
            <p:cNvSpPr/>
            <p:nvPr/>
          </p:nvSpPr>
          <p:spPr>
            <a:xfrm>
              <a:off x="10772986" y="3855493"/>
              <a:ext cx="718500" cy="675600"/>
            </a:xfrm>
            <a:prstGeom prst="rect">
              <a:avLst/>
            </a:prstGeom>
            <a:solidFill>
              <a:srgbClr val="8E39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g3d02a215817_0_348"/>
            <p:cNvSpPr/>
            <p:nvPr/>
          </p:nvSpPr>
          <p:spPr>
            <a:xfrm>
              <a:off x="11489493" y="4531056"/>
              <a:ext cx="718500" cy="773400"/>
            </a:xfrm>
            <a:prstGeom prst="rect">
              <a:avLst/>
            </a:prstGeom>
            <a:solidFill>
              <a:srgbClr val="F8C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1" name="Google Shape;341;g3d02a215817_0_348"/>
          <p:cNvSpPr txBox="1"/>
          <p:nvPr/>
        </p:nvSpPr>
        <p:spPr>
          <a:xfrm>
            <a:off x="1060850" y="2662300"/>
            <a:ext cx="62025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ru-RU" sz="44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Ансамбли</a:t>
            </a:r>
            <a:endParaRPr b="1" i="0" sz="4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42" name="Google Shape;342;g3d02a215817_0_348"/>
          <p:cNvSpPr txBox="1"/>
          <p:nvPr/>
        </p:nvSpPr>
        <p:spPr>
          <a:xfrm>
            <a:off x="1060850" y="3862804"/>
            <a:ext cx="6421800" cy="9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-RU" sz="24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Часть </a:t>
            </a:r>
            <a:r>
              <a:rPr lang="ru-RU" sz="24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43" name="Google Shape;343;g3d02a215817_0_348"/>
          <p:cNvSpPr txBox="1"/>
          <p:nvPr/>
        </p:nvSpPr>
        <p:spPr>
          <a:xfrm>
            <a:off x="1060857" y="6033838"/>
            <a:ext cx="37719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875">
            <a:spAutoFit/>
          </a:bodyPr>
          <a:lstStyle/>
          <a:p>
            <a:pPr indent="0" lvl="0" marL="20942" marR="8376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ularionova@mail.tsu.ru</a:t>
            </a:r>
            <a:endParaRPr b="0" i="0" sz="1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44" name="Google Shape;344;g3d02a215817_0_348"/>
          <p:cNvSpPr txBox="1"/>
          <p:nvPr/>
        </p:nvSpPr>
        <p:spPr>
          <a:xfrm>
            <a:off x="1060857" y="5282291"/>
            <a:ext cx="40323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875">
            <a:spAutoFit/>
          </a:bodyPr>
          <a:lstStyle/>
          <a:p>
            <a:pPr indent="0" lvl="0" marL="20942" marR="8376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Ларионова Ульяна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0942" marR="8376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Преподаватель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345" name="Google Shape;345;g3d02a215817_0_3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8976462" y="3862790"/>
            <a:ext cx="2872246" cy="2884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g3d02a215817_0_3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80216" y="336521"/>
            <a:ext cx="1565995" cy="562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g3d02a215817_0_3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5688" y="285516"/>
            <a:ext cx="677246" cy="774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cb20f13e01_0_950"/>
          <p:cNvSpPr txBox="1"/>
          <p:nvPr/>
        </p:nvSpPr>
        <p:spPr>
          <a:xfrm>
            <a:off x="1055688" y="1327688"/>
            <a:ext cx="64218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Решающие деревья</a:t>
            </a:r>
            <a:endParaRPr b="1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353" name="Google Shape;353;g3cb20f13e01_0_950"/>
          <p:cNvGrpSpPr/>
          <p:nvPr/>
        </p:nvGrpSpPr>
        <p:grpSpPr>
          <a:xfrm>
            <a:off x="9353973" y="-1553420"/>
            <a:ext cx="2854020" cy="13716631"/>
            <a:chOff x="9353973" y="-1553420"/>
            <a:chExt cx="2854020" cy="13716631"/>
          </a:xfrm>
        </p:grpSpPr>
        <p:grpSp>
          <p:nvGrpSpPr>
            <p:cNvPr id="354" name="Google Shape;354;g3cb20f13e01_0_950"/>
            <p:cNvGrpSpPr/>
            <p:nvPr/>
          </p:nvGrpSpPr>
          <p:grpSpPr>
            <a:xfrm>
              <a:off x="9353973" y="-1553420"/>
              <a:ext cx="2838027" cy="13716631"/>
              <a:chOff x="9353973" y="-6079700"/>
              <a:chExt cx="2838027" cy="13716631"/>
            </a:xfrm>
          </p:grpSpPr>
          <p:pic>
            <p:nvPicPr>
              <p:cNvPr id="355" name="Google Shape;355;g3cb20f13e01_0_950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778933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56" name="Google Shape;356;g3cb20f13e01_0_950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-6079700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57" name="Google Shape;357;g3cb20f13e01_0_950"/>
            <p:cNvSpPr/>
            <p:nvPr/>
          </p:nvSpPr>
          <p:spPr>
            <a:xfrm>
              <a:off x="10772986" y="3855493"/>
              <a:ext cx="718500" cy="675600"/>
            </a:xfrm>
            <a:prstGeom prst="rect">
              <a:avLst/>
            </a:prstGeom>
            <a:solidFill>
              <a:srgbClr val="8E39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g3cb20f13e01_0_950"/>
            <p:cNvSpPr/>
            <p:nvPr/>
          </p:nvSpPr>
          <p:spPr>
            <a:xfrm>
              <a:off x="11489493" y="4531056"/>
              <a:ext cx="718500" cy="773400"/>
            </a:xfrm>
            <a:prstGeom prst="rect">
              <a:avLst/>
            </a:prstGeom>
            <a:solidFill>
              <a:srgbClr val="F8C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59" name="Google Shape;359;g3cb20f13e01_0_9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97671" y="4482903"/>
            <a:ext cx="2248124" cy="2248124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g3cb20f13e01_0_950"/>
          <p:cNvSpPr/>
          <p:nvPr/>
        </p:nvSpPr>
        <p:spPr>
          <a:xfrm>
            <a:off x="942401" y="3832404"/>
            <a:ext cx="2028900" cy="8595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5"/>
              <a:buFont typeface="Arial"/>
              <a:buNone/>
            </a:pPr>
            <a:r>
              <a:rPr lang="ru-RU" sz="2344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самолет</a:t>
            </a:r>
            <a:endParaRPr i="0" sz="2344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61" name="Google Shape;361;g3cb20f13e01_0_950"/>
          <p:cNvSpPr/>
          <p:nvPr/>
        </p:nvSpPr>
        <p:spPr>
          <a:xfrm>
            <a:off x="3289651" y="2262750"/>
            <a:ext cx="2028900" cy="859500"/>
          </a:xfrm>
          <a:prstGeom prst="roundRect">
            <a:avLst>
              <a:gd fmla="val 22549" name="adj"/>
            </a:avLst>
          </a:prstGeom>
          <a:solidFill>
            <a:srgbClr val="8E39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5"/>
              <a:buFont typeface="Arial"/>
              <a:buNone/>
            </a:pPr>
            <a:r>
              <a:rPr lang="ru-RU" sz="2344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расстояние &gt;500км?</a:t>
            </a:r>
            <a:endParaRPr i="0" sz="2344" u="none" cap="none" strike="noStrike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62" name="Google Shape;362;g3cb20f13e01_0_950"/>
          <p:cNvSpPr/>
          <p:nvPr/>
        </p:nvSpPr>
        <p:spPr>
          <a:xfrm>
            <a:off x="4106087" y="5402075"/>
            <a:ext cx="2028900" cy="8595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5"/>
              <a:buFont typeface="Arial"/>
              <a:buNone/>
            </a:pPr>
            <a:r>
              <a:rPr lang="ru-RU" sz="2344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автомобиль</a:t>
            </a:r>
            <a:endParaRPr i="0" sz="2344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63" name="Google Shape;363;g3cb20f13e01_0_950"/>
          <p:cNvSpPr/>
          <p:nvPr/>
        </p:nvSpPr>
        <p:spPr>
          <a:xfrm>
            <a:off x="5318562" y="3832421"/>
            <a:ext cx="2028900" cy="859500"/>
          </a:xfrm>
          <a:prstGeom prst="roundRect">
            <a:avLst>
              <a:gd fmla="val 22549" name="adj"/>
            </a:avLst>
          </a:prstGeom>
          <a:solidFill>
            <a:srgbClr val="8E39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5"/>
              <a:buFont typeface="Arial"/>
              <a:buNone/>
            </a:pPr>
            <a:r>
              <a:rPr lang="ru-RU" sz="2344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автомобиль исправен?</a:t>
            </a:r>
            <a:endParaRPr i="0" sz="2344" u="none" cap="none" strike="noStrike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64" name="Google Shape;364;g3cb20f13e01_0_950"/>
          <p:cNvSpPr/>
          <p:nvPr/>
        </p:nvSpPr>
        <p:spPr>
          <a:xfrm>
            <a:off x="6549812" y="5402075"/>
            <a:ext cx="2028900" cy="8595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5"/>
              <a:buFont typeface="Arial"/>
              <a:buNone/>
            </a:pPr>
            <a:r>
              <a:rPr lang="ru-RU" sz="2344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поезд</a:t>
            </a:r>
            <a:endParaRPr i="0" sz="2344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65" name="Google Shape;365;g3cb20f13e01_0_950"/>
          <p:cNvCxnSpPr>
            <a:stCxn id="361" idx="2"/>
            <a:endCxn id="360" idx="0"/>
          </p:cNvCxnSpPr>
          <p:nvPr/>
        </p:nvCxnSpPr>
        <p:spPr>
          <a:xfrm rot="5400000">
            <a:off x="2775451" y="2303700"/>
            <a:ext cx="710100" cy="2347200"/>
          </a:xfrm>
          <a:prstGeom prst="curvedConnector3">
            <a:avLst>
              <a:gd fmla="val 50004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366" name="Google Shape;366;g3cb20f13e01_0_950"/>
          <p:cNvCxnSpPr>
            <a:stCxn id="361" idx="2"/>
            <a:endCxn id="363" idx="0"/>
          </p:cNvCxnSpPr>
          <p:nvPr/>
        </p:nvCxnSpPr>
        <p:spPr>
          <a:xfrm flipH="1" rot="-5400000">
            <a:off x="4963501" y="2462850"/>
            <a:ext cx="710100" cy="2028900"/>
          </a:xfrm>
          <a:prstGeom prst="curvedConnector3">
            <a:avLst>
              <a:gd fmla="val 50005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367" name="Google Shape;367;g3cb20f13e01_0_950"/>
          <p:cNvCxnSpPr>
            <a:stCxn id="363" idx="2"/>
            <a:endCxn id="362" idx="0"/>
          </p:cNvCxnSpPr>
          <p:nvPr/>
        </p:nvCxnSpPr>
        <p:spPr>
          <a:xfrm rot="5400000">
            <a:off x="5371662" y="4440671"/>
            <a:ext cx="710100" cy="1212600"/>
          </a:xfrm>
          <a:prstGeom prst="curvedConnector3">
            <a:avLst>
              <a:gd fmla="val 50004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368" name="Google Shape;368;g3cb20f13e01_0_950"/>
          <p:cNvCxnSpPr>
            <a:stCxn id="363" idx="2"/>
            <a:endCxn id="364" idx="0"/>
          </p:cNvCxnSpPr>
          <p:nvPr/>
        </p:nvCxnSpPr>
        <p:spPr>
          <a:xfrm flipH="1" rot="-5400000">
            <a:off x="6593562" y="4431371"/>
            <a:ext cx="710100" cy="1231200"/>
          </a:xfrm>
          <a:prstGeom prst="curvedConnector3">
            <a:avLst>
              <a:gd fmla="val 50004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369" name="Google Shape;369;g3cb20f13e01_0_950"/>
          <p:cNvSpPr txBox="1"/>
          <p:nvPr/>
        </p:nvSpPr>
        <p:spPr>
          <a:xfrm>
            <a:off x="2663950" y="3028150"/>
            <a:ext cx="697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да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g3cb20f13e01_0_950"/>
          <p:cNvSpPr txBox="1"/>
          <p:nvPr/>
        </p:nvSpPr>
        <p:spPr>
          <a:xfrm>
            <a:off x="5398100" y="4691900"/>
            <a:ext cx="697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да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g3cb20f13e01_0_950"/>
          <p:cNvSpPr txBox="1"/>
          <p:nvPr/>
        </p:nvSpPr>
        <p:spPr>
          <a:xfrm>
            <a:off x="6960250" y="4691900"/>
            <a:ext cx="697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нет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g3cb20f13e01_0_950"/>
          <p:cNvSpPr txBox="1"/>
          <p:nvPr/>
        </p:nvSpPr>
        <p:spPr>
          <a:xfrm>
            <a:off x="5266150" y="3122250"/>
            <a:ext cx="697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нет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d02a215817_0_398"/>
          <p:cNvSpPr txBox="1"/>
          <p:nvPr/>
        </p:nvSpPr>
        <p:spPr>
          <a:xfrm>
            <a:off x="1055688" y="1327688"/>
            <a:ext cx="64218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Решающие деревья</a:t>
            </a:r>
            <a:endParaRPr b="1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378" name="Google Shape;378;g3d02a215817_0_398"/>
          <p:cNvGrpSpPr/>
          <p:nvPr/>
        </p:nvGrpSpPr>
        <p:grpSpPr>
          <a:xfrm>
            <a:off x="9353973" y="-1553420"/>
            <a:ext cx="2854020" cy="13716631"/>
            <a:chOff x="9353973" y="-1553420"/>
            <a:chExt cx="2854020" cy="13716631"/>
          </a:xfrm>
        </p:grpSpPr>
        <p:grpSp>
          <p:nvGrpSpPr>
            <p:cNvPr id="379" name="Google Shape;379;g3d02a215817_0_398"/>
            <p:cNvGrpSpPr/>
            <p:nvPr/>
          </p:nvGrpSpPr>
          <p:grpSpPr>
            <a:xfrm>
              <a:off x="9353973" y="-1553420"/>
              <a:ext cx="2838027" cy="13716631"/>
              <a:chOff x="9353973" y="-6079700"/>
              <a:chExt cx="2838027" cy="13716631"/>
            </a:xfrm>
          </p:grpSpPr>
          <p:pic>
            <p:nvPicPr>
              <p:cNvPr id="380" name="Google Shape;380;g3d02a215817_0_398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778933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1" name="Google Shape;381;g3d02a215817_0_398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-6079700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82" name="Google Shape;382;g3d02a215817_0_398"/>
            <p:cNvSpPr/>
            <p:nvPr/>
          </p:nvSpPr>
          <p:spPr>
            <a:xfrm>
              <a:off x="10772986" y="3855493"/>
              <a:ext cx="718500" cy="675600"/>
            </a:xfrm>
            <a:prstGeom prst="rect">
              <a:avLst/>
            </a:prstGeom>
            <a:solidFill>
              <a:srgbClr val="8E39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g3d02a215817_0_398"/>
            <p:cNvSpPr/>
            <p:nvPr/>
          </p:nvSpPr>
          <p:spPr>
            <a:xfrm>
              <a:off x="11489493" y="4531056"/>
              <a:ext cx="718500" cy="773400"/>
            </a:xfrm>
            <a:prstGeom prst="rect">
              <a:avLst/>
            </a:prstGeom>
            <a:solidFill>
              <a:srgbClr val="F8C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84" name="Google Shape;384;g3d02a215817_0_3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97671" y="4482903"/>
            <a:ext cx="2248124" cy="2248124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g3d02a215817_0_398"/>
          <p:cNvSpPr/>
          <p:nvPr/>
        </p:nvSpPr>
        <p:spPr>
          <a:xfrm>
            <a:off x="1690538" y="3926454"/>
            <a:ext cx="2028900" cy="8595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5"/>
              <a:buFont typeface="Arial"/>
              <a:buNone/>
            </a:pPr>
            <a:r>
              <a:rPr lang="ru-RU" sz="2344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30 минут</a:t>
            </a:r>
            <a:endParaRPr i="0" sz="2344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86" name="Google Shape;386;g3d02a215817_0_398"/>
          <p:cNvSpPr/>
          <p:nvPr/>
        </p:nvSpPr>
        <p:spPr>
          <a:xfrm>
            <a:off x="3289651" y="2262750"/>
            <a:ext cx="2028900" cy="859500"/>
          </a:xfrm>
          <a:prstGeom prst="roundRect">
            <a:avLst>
              <a:gd fmla="val 22549" name="adj"/>
            </a:avLst>
          </a:prstGeom>
          <a:solidFill>
            <a:srgbClr val="8E39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5"/>
              <a:buFont typeface="Arial"/>
              <a:buNone/>
            </a:pPr>
            <a:r>
              <a:rPr lang="ru-RU" sz="2344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сегодня выходной?</a:t>
            </a:r>
            <a:endParaRPr sz="2344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87" name="Google Shape;387;g3d02a215817_0_398"/>
          <p:cNvSpPr/>
          <p:nvPr/>
        </p:nvSpPr>
        <p:spPr>
          <a:xfrm>
            <a:off x="3985037" y="5496100"/>
            <a:ext cx="2028900" cy="8595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5"/>
              <a:buFont typeface="Arial"/>
              <a:buNone/>
            </a:pPr>
            <a:r>
              <a:rPr lang="ru-RU" sz="2344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60 минут</a:t>
            </a:r>
            <a:endParaRPr i="0" sz="2344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88" name="Google Shape;388;g3d02a215817_0_398"/>
          <p:cNvSpPr/>
          <p:nvPr/>
        </p:nvSpPr>
        <p:spPr>
          <a:xfrm>
            <a:off x="5197512" y="3926446"/>
            <a:ext cx="2028900" cy="859500"/>
          </a:xfrm>
          <a:prstGeom prst="roundRect">
            <a:avLst>
              <a:gd fmla="val 22549" name="adj"/>
            </a:avLst>
          </a:prstGeom>
          <a:solidFill>
            <a:srgbClr val="8E39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5"/>
              <a:buFont typeface="Arial"/>
              <a:buNone/>
            </a:pPr>
            <a:r>
              <a:rPr lang="ru-RU" sz="2344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Сейчас час-пик?</a:t>
            </a:r>
            <a:endParaRPr i="0" sz="2344" u="none" cap="none" strike="noStrike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89" name="Google Shape;389;g3d02a215817_0_398"/>
          <p:cNvSpPr/>
          <p:nvPr/>
        </p:nvSpPr>
        <p:spPr>
          <a:xfrm>
            <a:off x="6428762" y="5496100"/>
            <a:ext cx="2028900" cy="8595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5"/>
              <a:buFont typeface="Arial"/>
              <a:buNone/>
            </a:pPr>
            <a:r>
              <a:rPr lang="ru-RU" sz="2344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40 минут</a:t>
            </a:r>
            <a:endParaRPr i="0" sz="2344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90" name="Google Shape;390;g3d02a215817_0_398"/>
          <p:cNvCxnSpPr>
            <a:stCxn id="386" idx="2"/>
            <a:endCxn id="385" idx="0"/>
          </p:cNvCxnSpPr>
          <p:nvPr/>
        </p:nvCxnSpPr>
        <p:spPr>
          <a:xfrm rot="5400000">
            <a:off x="3102451" y="2724900"/>
            <a:ext cx="804300" cy="1599000"/>
          </a:xfrm>
          <a:prstGeom prst="curvedConnector3">
            <a:avLst>
              <a:gd fmla="val 49994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391" name="Google Shape;391;g3d02a215817_0_398"/>
          <p:cNvCxnSpPr>
            <a:stCxn id="386" idx="2"/>
            <a:endCxn id="388" idx="0"/>
          </p:cNvCxnSpPr>
          <p:nvPr/>
        </p:nvCxnSpPr>
        <p:spPr>
          <a:xfrm flipH="1" rot="-5400000">
            <a:off x="4855951" y="2570400"/>
            <a:ext cx="804300" cy="1908000"/>
          </a:xfrm>
          <a:prstGeom prst="curvedConnector3">
            <a:avLst>
              <a:gd fmla="val 50000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392" name="Google Shape;392;g3d02a215817_0_398"/>
          <p:cNvCxnSpPr>
            <a:stCxn id="388" idx="2"/>
            <a:endCxn id="387" idx="0"/>
          </p:cNvCxnSpPr>
          <p:nvPr/>
        </p:nvCxnSpPr>
        <p:spPr>
          <a:xfrm rot="5400000">
            <a:off x="5250612" y="4534696"/>
            <a:ext cx="710100" cy="1212600"/>
          </a:xfrm>
          <a:prstGeom prst="curvedConnector3">
            <a:avLst>
              <a:gd fmla="val 50004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393" name="Google Shape;393;g3d02a215817_0_398"/>
          <p:cNvCxnSpPr>
            <a:stCxn id="388" idx="2"/>
            <a:endCxn id="389" idx="0"/>
          </p:cNvCxnSpPr>
          <p:nvPr/>
        </p:nvCxnSpPr>
        <p:spPr>
          <a:xfrm flipH="1" rot="-5400000">
            <a:off x="6472512" y="4525396"/>
            <a:ext cx="710100" cy="1231200"/>
          </a:xfrm>
          <a:prstGeom prst="curvedConnector3">
            <a:avLst>
              <a:gd fmla="val 50004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394" name="Google Shape;394;g3d02a215817_0_398"/>
          <p:cNvSpPr txBox="1"/>
          <p:nvPr/>
        </p:nvSpPr>
        <p:spPr>
          <a:xfrm>
            <a:off x="3155850" y="3122250"/>
            <a:ext cx="697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да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g3d02a215817_0_398"/>
          <p:cNvSpPr txBox="1"/>
          <p:nvPr/>
        </p:nvSpPr>
        <p:spPr>
          <a:xfrm>
            <a:off x="4999350" y="4785925"/>
            <a:ext cx="697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да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g3d02a215817_0_398"/>
          <p:cNvSpPr txBox="1"/>
          <p:nvPr/>
        </p:nvSpPr>
        <p:spPr>
          <a:xfrm>
            <a:off x="6839200" y="4785925"/>
            <a:ext cx="697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нет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g3d02a215817_0_398"/>
          <p:cNvSpPr txBox="1"/>
          <p:nvPr/>
        </p:nvSpPr>
        <p:spPr>
          <a:xfrm>
            <a:off x="5089825" y="3144300"/>
            <a:ext cx="697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нет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d02a215817_0_424"/>
          <p:cNvSpPr txBox="1"/>
          <p:nvPr/>
        </p:nvSpPr>
        <p:spPr>
          <a:xfrm>
            <a:off x="1055688" y="1327688"/>
            <a:ext cx="64218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Термины</a:t>
            </a:r>
            <a:endParaRPr b="1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403" name="Google Shape;403;g3d02a215817_0_424"/>
          <p:cNvGrpSpPr/>
          <p:nvPr/>
        </p:nvGrpSpPr>
        <p:grpSpPr>
          <a:xfrm>
            <a:off x="9353973" y="-1553420"/>
            <a:ext cx="2854020" cy="13716631"/>
            <a:chOff x="9353973" y="-1553420"/>
            <a:chExt cx="2854020" cy="13716631"/>
          </a:xfrm>
        </p:grpSpPr>
        <p:grpSp>
          <p:nvGrpSpPr>
            <p:cNvPr id="404" name="Google Shape;404;g3d02a215817_0_424"/>
            <p:cNvGrpSpPr/>
            <p:nvPr/>
          </p:nvGrpSpPr>
          <p:grpSpPr>
            <a:xfrm>
              <a:off x="9353973" y="-1553420"/>
              <a:ext cx="2838027" cy="13716631"/>
              <a:chOff x="9353973" y="-6079700"/>
              <a:chExt cx="2838027" cy="13716631"/>
            </a:xfrm>
          </p:grpSpPr>
          <p:pic>
            <p:nvPicPr>
              <p:cNvPr id="405" name="Google Shape;405;g3d02a215817_0_424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778933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06" name="Google Shape;406;g3d02a215817_0_424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-6079700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07" name="Google Shape;407;g3d02a215817_0_424"/>
            <p:cNvSpPr/>
            <p:nvPr/>
          </p:nvSpPr>
          <p:spPr>
            <a:xfrm>
              <a:off x="10772986" y="3855493"/>
              <a:ext cx="718500" cy="675600"/>
            </a:xfrm>
            <a:prstGeom prst="rect">
              <a:avLst/>
            </a:prstGeom>
            <a:solidFill>
              <a:srgbClr val="8E39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g3d02a215817_0_424"/>
            <p:cNvSpPr/>
            <p:nvPr/>
          </p:nvSpPr>
          <p:spPr>
            <a:xfrm>
              <a:off x="11489493" y="4531056"/>
              <a:ext cx="718500" cy="773400"/>
            </a:xfrm>
            <a:prstGeom prst="rect">
              <a:avLst/>
            </a:prstGeom>
            <a:solidFill>
              <a:srgbClr val="F8C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09" name="Google Shape;409;g3d02a215817_0_4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97671" y="4482903"/>
            <a:ext cx="2248124" cy="2248124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g3d02a215817_0_424"/>
          <p:cNvSpPr/>
          <p:nvPr/>
        </p:nvSpPr>
        <p:spPr>
          <a:xfrm>
            <a:off x="1690538" y="3926454"/>
            <a:ext cx="2028900" cy="8595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5"/>
              <a:buFont typeface="Arial"/>
              <a:buNone/>
            </a:pPr>
            <a:r>
              <a:rPr lang="ru-RU" sz="2344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30 минут</a:t>
            </a:r>
            <a:endParaRPr i="0" sz="2344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11" name="Google Shape;411;g3d02a215817_0_424"/>
          <p:cNvSpPr/>
          <p:nvPr/>
        </p:nvSpPr>
        <p:spPr>
          <a:xfrm>
            <a:off x="3289651" y="2262750"/>
            <a:ext cx="2028900" cy="859500"/>
          </a:xfrm>
          <a:prstGeom prst="roundRect">
            <a:avLst>
              <a:gd fmla="val 22549" name="adj"/>
            </a:avLst>
          </a:prstGeom>
          <a:solidFill>
            <a:srgbClr val="8E39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5"/>
              <a:buFont typeface="Arial"/>
              <a:buNone/>
            </a:pPr>
            <a:r>
              <a:rPr lang="ru-RU" sz="2344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сегодня выходной?</a:t>
            </a:r>
            <a:endParaRPr sz="2344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12" name="Google Shape;412;g3d02a215817_0_424"/>
          <p:cNvSpPr/>
          <p:nvPr/>
        </p:nvSpPr>
        <p:spPr>
          <a:xfrm>
            <a:off x="3985037" y="5496100"/>
            <a:ext cx="2028900" cy="8595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5"/>
              <a:buFont typeface="Arial"/>
              <a:buNone/>
            </a:pPr>
            <a:r>
              <a:rPr lang="ru-RU" sz="2344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60 минут</a:t>
            </a:r>
            <a:endParaRPr i="0" sz="2344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13" name="Google Shape;413;g3d02a215817_0_424"/>
          <p:cNvSpPr/>
          <p:nvPr/>
        </p:nvSpPr>
        <p:spPr>
          <a:xfrm>
            <a:off x="5197512" y="3926446"/>
            <a:ext cx="2028900" cy="859500"/>
          </a:xfrm>
          <a:prstGeom prst="roundRect">
            <a:avLst>
              <a:gd fmla="val 22549" name="adj"/>
            </a:avLst>
          </a:prstGeom>
          <a:solidFill>
            <a:srgbClr val="8E39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5"/>
              <a:buFont typeface="Arial"/>
              <a:buNone/>
            </a:pPr>
            <a:r>
              <a:rPr lang="ru-RU" sz="2344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Сейчас час-пик?</a:t>
            </a:r>
            <a:endParaRPr i="0" sz="2344" u="none" cap="none" strike="noStrike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14" name="Google Shape;414;g3d02a215817_0_424"/>
          <p:cNvSpPr/>
          <p:nvPr/>
        </p:nvSpPr>
        <p:spPr>
          <a:xfrm>
            <a:off x="6428762" y="5496100"/>
            <a:ext cx="2028900" cy="8595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5"/>
              <a:buFont typeface="Arial"/>
              <a:buNone/>
            </a:pPr>
            <a:r>
              <a:rPr lang="ru-RU" sz="2344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40 минут</a:t>
            </a:r>
            <a:endParaRPr i="0" sz="2344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15" name="Google Shape;415;g3d02a215817_0_424"/>
          <p:cNvCxnSpPr>
            <a:stCxn id="411" idx="2"/>
            <a:endCxn id="410" idx="0"/>
          </p:cNvCxnSpPr>
          <p:nvPr/>
        </p:nvCxnSpPr>
        <p:spPr>
          <a:xfrm rot="5400000">
            <a:off x="3102451" y="2724900"/>
            <a:ext cx="804300" cy="1599000"/>
          </a:xfrm>
          <a:prstGeom prst="curvedConnector3">
            <a:avLst>
              <a:gd fmla="val 49994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416" name="Google Shape;416;g3d02a215817_0_424"/>
          <p:cNvCxnSpPr>
            <a:stCxn id="411" idx="2"/>
            <a:endCxn id="413" idx="0"/>
          </p:cNvCxnSpPr>
          <p:nvPr/>
        </p:nvCxnSpPr>
        <p:spPr>
          <a:xfrm flipH="1" rot="-5400000">
            <a:off x="4855951" y="2570400"/>
            <a:ext cx="804300" cy="1908000"/>
          </a:xfrm>
          <a:prstGeom prst="curvedConnector3">
            <a:avLst>
              <a:gd fmla="val 50000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417" name="Google Shape;417;g3d02a215817_0_424"/>
          <p:cNvCxnSpPr>
            <a:stCxn id="413" idx="2"/>
            <a:endCxn id="412" idx="0"/>
          </p:cNvCxnSpPr>
          <p:nvPr/>
        </p:nvCxnSpPr>
        <p:spPr>
          <a:xfrm rot="5400000">
            <a:off x="5250612" y="4534696"/>
            <a:ext cx="710100" cy="1212600"/>
          </a:xfrm>
          <a:prstGeom prst="curvedConnector3">
            <a:avLst>
              <a:gd fmla="val 50004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418" name="Google Shape;418;g3d02a215817_0_424"/>
          <p:cNvCxnSpPr>
            <a:stCxn id="413" idx="2"/>
            <a:endCxn id="414" idx="0"/>
          </p:cNvCxnSpPr>
          <p:nvPr/>
        </p:nvCxnSpPr>
        <p:spPr>
          <a:xfrm flipH="1" rot="-5400000">
            <a:off x="6472512" y="4525396"/>
            <a:ext cx="710100" cy="1231200"/>
          </a:xfrm>
          <a:prstGeom prst="curvedConnector3">
            <a:avLst>
              <a:gd fmla="val 50004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419" name="Google Shape;419;g3d02a215817_0_424"/>
          <p:cNvSpPr txBox="1"/>
          <p:nvPr/>
        </p:nvSpPr>
        <p:spPr>
          <a:xfrm>
            <a:off x="3155850" y="3122250"/>
            <a:ext cx="697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да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g3d02a215817_0_424"/>
          <p:cNvSpPr txBox="1"/>
          <p:nvPr/>
        </p:nvSpPr>
        <p:spPr>
          <a:xfrm>
            <a:off x="4999350" y="4785925"/>
            <a:ext cx="697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да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g3d02a215817_0_424"/>
          <p:cNvSpPr txBox="1"/>
          <p:nvPr/>
        </p:nvSpPr>
        <p:spPr>
          <a:xfrm>
            <a:off x="6839200" y="4785925"/>
            <a:ext cx="697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нет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g3d02a215817_0_424"/>
          <p:cNvSpPr txBox="1"/>
          <p:nvPr/>
        </p:nvSpPr>
        <p:spPr>
          <a:xfrm>
            <a:off x="5089825" y="3144300"/>
            <a:ext cx="697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нет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g3d02a215817_0_424"/>
          <p:cNvSpPr txBox="1"/>
          <p:nvPr/>
        </p:nvSpPr>
        <p:spPr>
          <a:xfrm>
            <a:off x="719450" y="2262750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Корень дерева</a:t>
            </a:r>
            <a:endParaRPr sz="18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24" name="Google Shape;424;g3d02a215817_0_424"/>
          <p:cNvSpPr txBox="1"/>
          <p:nvPr/>
        </p:nvSpPr>
        <p:spPr>
          <a:xfrm>
            <a:off x="6283038" y="2862300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Ребра </a:t>
            </a:r>
            <a:endParaRPr sz="18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25" name="Google Shape;425;g3d02a215817_0_424"/>
          <p:cNvSpPr txBox="1"/>
          <p:nvPr/>
        </p:nvSpPr>
        <p:spPr>
          <a:xfrm>
            <a:off x="6948100" y="3467850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Предикат </a:t>
            </a:r>
            <a:endParaRPr sz="18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26" name="Google Shape;426;g3d02a215817_0_424"/>
          <p:cNvSpPr txBox="1"/>
          <p:nvPr/>
        </p:nvSpPr>
        <p:spPr>
          <a:xfrm>
            <a:off x="289650" y="5185000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Лист </a:t>
            </a:r>
            <a:endParaRPr sz="18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27" name="Google Shape;427;g3d02a215817_0_424"/>
          <p:cNvCxnSpPr/>
          <p:nvPr/>
        </p:nvCxnSpPr>
        <p:spPr>
          <a:xfrm rot="10800000">
            <a:off x="2275125" y="2478250"/>
            <a:ext cx="1080600" cy="254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8" name="Google Shape;428;g3d02a215817_0_424"/>
          <p:cNvCxnSpPr>
            <a:stCxn id="424" idx="1"/>
          </p:cNvCxnSpPr>
          <p:nvPr/>
        </p:nvCxnSpPr>
        <p:spPr>
          <a:xfrm flipH="1">
            <a:off x="5700438" y="3070050"/>
            <a:ext cx="582600" cy="553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9" name="Google Shape;429;g3d02a215817_0_424"/>
          <p:cNvCxnSpPr/>
          <p:nvPr/>
        </p:nvCxnSpPr>
        <p:spPr>
          <a:xfrm flipH="1">
            <a:off x="6948088" y="3808600"/>
            <a:ext cx="582600" cy="553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0" name="Google Shape;430;g3d02a215817_0_424"/>
          <p:cNvCxnSpPr/>
          <p:nvPr/>
        </p:nvCxnSpPr>
        <p:spPr>
          <a:xfrm flipH="1">
            <a:off x="858925" y="4684050"/>
            <a:ext cx="1003500" cy="592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cb20f13e01_0_865"/>
          <p:cNvSpPr txBox="1"/>
          <p:nvPr/>
        </p:nvSpPr>
        <p:spPr>
          <a:xfrm>
            <a:off x="1055688" y="1327688"/>
            <a:ext cx="64218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Построение деревьев</a:t>
            </a:r>
            <a:endParaRPr b="1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436" name="Google Shape;436;g3cb20f13e01_0_865"/>
          <p:cNvGrpSpPr/>
          <p:nvPr/>
        </p:nvGrpSpPr>
        <p:grpSpPr>
          <a:xfrm>
            <a:off x="9353973" y="-1553420"/>
            <a:ext cx="2854020" cy="13716631"/>
            <a:chOff x="9353973" y="-1553420"/>
            <a:chExt cx="2854020" cy="13716631"/>
          </a:xfrm>
        </p:grpSpPr>
        <p:grpSp>
          <p:nvGrpSpPr>
            <p:cNvPr id="437" name="Google Shape;437;g3cb20f13e01_0_865"/>
            <p:cNvGrpSpPr/>
            <p:nvPr/>
          </p:nvGrpSpPr>
          <p:grpSpPr>
            <a:xfrm>
              <a:off x="9353973" y="-1553420"/>
              <a:ext cx="2838027" cy="13716631"/>
              <a:chOff x="9353973" y="-6079700"/>
              <a:chExt cx="2838027" cy="13716631"/>
            </a:xfrm>
          </p:grpSpPr>
          <p:pic>
            <p:nvPicPr>
              <p:cNvPr id="438" name="Google Shape;438;g3cb20f13e01_0_865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778933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39" name="Google Shape;439;g3cb20f13e01_0_865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-6079700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40" name="Google Shape;440;g3cb20f13e01_0_865"/>
            <p:cNvSpPr/>
            <p:nvPr/>
          </p:nvSpPr>
          <p:spPr>
            <a:xfrm>
              <a:off x="10772986" y="3855493"/>
              <a:ext cx="718500" cy="675600"/>
            </a:xfrm>
            <a:prstGeom prst="rect">
              <a:avLst/>
            </a:prstGeom>
            <a:solidFill>
              <a:srgbClr val="8E39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g3cb20f13e01_0_865"/>
            <p:cNvSpPr/>
            <p:nvPr/>
          </p:nvSpPr>
          <p:spPr>
            <a:xfrm>
              <a:off x="11489493" y="4531056"/>
              <a:ext cx="718500" cy="773400"/>
            </a:xfrm>
            <a:prstGeom prst="rect">
              <a:avLst/>
            </a:prstGeom>
            <a:solidFill>
              <a:srgbClr val="F8C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42" name="Google Shape;442;g3cb20f13e01_0_8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08574" y="4040996"/>
            <a:ext cx="3047978" cy="3052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g3cb20f13e01_0_8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28094" y="3736550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g3cb20f13e01_0_8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94145" y="4794863"/>
            <a:ext cx="1015809" cy="10200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5" name="Google Shape;445;g3cb20f13e01_0_865"/>
          <p:cNvCxnSpPr/>
          <p:nvPr/>
        </p:nvCxnSpPr>
        <p:spPr>
          <a:xfrm rot="10800000">
            <a:off x="1329750" y="2043200"/>
            <a:ext cx="0" cy="3810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6" name="Google Shape;446;g3cb20f13e01_0_865"/>
          <p:cNvCxnSpPr/>
          <p:nvPr/>
        </p:nvCxnSpPr>
        <p:spPr>
          <a:xfrm>
            <a:off x="1329750" y="5853200"/>
            <a:ext cx="4012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47" name="Google Shape;447;g3cb20f13e01_0_8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94145" y="4040988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g3cb20f13e01_0_8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29745" y="3736538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g3cb20f13e01_0_8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94145" y="2172701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g3cb20f13e01_0_8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44195" y="2228776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g3cb20f13e01_0_8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81658" y="2918975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g3cb20f13e01_0_8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97470" y="3020950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g3cb20f13e01_0_8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68295" y="2324926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g3cb20f13e01_0_8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97470" y="1814901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g3cb20f13e01_0_8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41119" y="3192750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g3cb20f13e01_0_8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43894" y="3834051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g3cb20f13e01_0_8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19644" y="4227001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g3cb20f13e01_0_8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43669" y="4522976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g3cb20f13e01_0_8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97469" y="4644976"/>
            <a:ext cx="1015809" cy="1020041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g3cb20f13e01_0_865"/>
          <p:cNvSpPr txBox="1"/>
          <p:nvPr/>
        </p:nvSpPr>
        <p:spPr>
          <a:xfrm>
            <a:off x="717150" y="2374925"/>
            <a:ext cx="10757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x2</a:t>
            </a:r>
            <a:endParaRPr sz="2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61" name="Google Shape;461;g3cb20f13e01_0_865"/>
          <p:cNvSpPr txBox="1"/>
          <p:nvPr/>
        </p:nvSpPr>
        <p:spPr>
          <a:xfrm>
            <a:off x="4584100" y="5853200"/>
            <a:ext cx="10757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x1</a:t>
            </a:r>
            <a:endParaRPr sz="2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d02a215817_0_495"/>
          <p:cNvSpPr txBox="1"/>
          <p:nvPr/>
        </p:nvSpPr>
        <p:spPr>
          <a:xfrm>
            <a:off x="1055688" y="1327688"/>
            <a:ext cx="64218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Построение деревьев</a:t>
            </a:r>
            <a:endParaRPr b="1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467" name="Google Shape;467;g3d02a215817_0_495"/>
          <p:cNvGrpSpPr/>
          <p:nvPr/>
        </p:nvGrpSpPr>
        <p:grpSpPr>
          <a:xfrm>
            <a:off x="9353973" y="-1553420"/>
            <a:ext cx="2854020" cy="13716631"/>
            <a:chOff x="9353973" y="-1553420"/>
            <a:chExt cx="2854020" cy="13716631"/>
          </a:xfrm>
        </p:grpSpPr>
        <p:grpSp>
          <p:nvGrpSpPr>
            <p:cNvPr id="468" name="Google Shape;468;g3d02a215817_0_495"/>
            <p:cNvGrpSpPr/>
            <p:nvPr/>
          </p:nvGrpSpPr>
          <p:grpSpPr>
            <a:xfrm>
              <a:off x="9353973" y="-1553420"/>
              <a:ext cx="2838027" cy="13716631"/>
              <a:chOff x="9353973" y="-6079700"/>
              <a:chExt cx="2838027" cy="13716631"/>
            </a:xfrm>
          </p:grpSpPr>
          <p:pic>
            <p:nvPicPr>
              <p:cNvPr id="469" name="Google Shape;469;g3d02a215817_0_495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778933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70" name="Google Shape;470;g3d02a215817_0_495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-6079700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71" name="Google Shape;471;g3d02a215817_0_495"/>
            <p:cNvSpPr/>
            <p:nvPr/>
          </p:nvSpPr>
          <p:spPr>
            <a:xfrm>
              <a:off x="10772986" y="3855493"/>
              <a:ext cx="718500" cy="675600"/>
            </a:xfrm>
            <a:prstGeom prst="rect">
              <a:avLst/>
            </a:prstGeom>
            <a:solidFill>
              <a:srgbClr val="8E39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g3d02a215817_0_495"/>
            <p:cNvSpPr/>
            <p:nvPr/>
          </p:nvSpPr>
          <p:spPr>
            <a:xfrm>
              <a:off x="11489493" y="4531056"/>
              <a:ext cx="718500" cy="773400"/>
            </a:xfrm>
            <a:prstGeom prst="rect">
              <a:avLst/>
            </a:prstGeom>
            <a:solidFill>
              <a:srgbClr val="F8C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73" name="Google Shape;473;g3d02a215817_0_4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08574" y="4040996"/>
            <a:ext cx="3047978" cy="3052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g3d02a215817_0_49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28094" y="3736550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g3d02a215817_0_49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94145" y="4794863"/>
            <a:ext cx="1015809" cy="10200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6" name="Google Shape;476;g3d02a215817_0_495"/>
          <p:cNvCxnSpPr/>
          <p:nvPr/>
        </p:nvCxnSpPr>
        <p:spPr>
          <a:xfrm rot="10800000">
            <a:off x="1329750" y="2043200"/>
            <a:ext cx="0" cy="3810000"/>
          </a:xfrm>
          <a:prstGeom prst="straightConnector1">
            <a:avLst/>
          </a:prstGeom>
          <a:noFill/>
          <a:ln cap="flat" cmpd="sng" w="28575">
            <a:solidFill>
              <a:srgbClr val="20212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7" name="Google Shape;477;g3d02a215817_0_495"/>
          <p:cNvCxnSpPr/>
          <p:nvPr/>
        </p:nvCxnSpPr>
        <p:spPr>
          <a:xfrm>
            <a:off x="1329750" y="5853200"/>
            <a:ext cx="4012500" cy="0"/>
          </a:xfrm>
          <a:prstGeom prst="straightConnector1">
            <a:avLst/>
          </a:prstGeom>
          <a:noFill/>
          <a:ln cap="flat" cmpd="sng" w="28575">
            <a:solidFill>
              <a:srgbClr val="202124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78" name="Google Shape;478;g3d02a215817_0_49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94145" y="4040988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g3d02a215817_0_49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29745" y="3736538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g3d02a215817_0_49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94145" y="2172701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g3d02a215817_0_49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44195" y="2228776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g3d02a215817_0_49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81658" y="2918975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g3d02a215817_0_49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97470" y="3020950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g3d02a215817_0_49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68295" y="2324926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g3d02a215817_0_49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97470" y="1814901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g3d02a215817_0_49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41119" y="3192750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g3d02a215817_0_49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43894" y="3834051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g3d02a215817_0_49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19644" y="4227001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g3d02a215817_0_49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43669" y="4522976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g3d02a215817_0_49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97469" y="4644976"/>
            <a:ext cx="1015809" cy="1020041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g3d02a215817_0_495"/>
          <p:cNvSpPr txBox="1"/>
          <p:nvPr/>
        </p:nvSpPr>
        <p:spPr>
          <a:xfrm>
            <a:off x="717150" y="2374925"/>
            <a:ext cx="10757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x2</a:t>
            </a:r>
            <a:endParaRPr sz="2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92" name="Google Shape;492;g3d02a215817_0_495"/>
          <p:cNvSpPr txBox="1"/>
          <p:nvPr/>
        </p:nvSpPr>
        <p:spPr>
          <a:xfrm>
            <a:off x="4584100" y="5853200"/>
            <a:ext cx="10757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x1</a:t>
            </a:r>
            <a:endParaRPr sz="2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93" name="Google Shape;493;g3d02a215817_0_495"/>
          <p:cNvCxnSpPr/>
          <p:nvPr/>
        </p:nvCxnSpPr>
        <p:spPr>
          <a:xfrm>
            <a:off x="1290895" y="3929058"/>
            <a:ext cx="4090200" cy="0"/>
          </a:xfrm>
          <a:prstGeom prst="straightConnector1">
            <a:avLst/>
          </a:prstGeom>
          <a:noFill/>
          <a:ln cap="flat" cmpd="sng" w="38100">
            <a:solidFill>
              <a:srgbClr val="8E39E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4" name="Google Shape;494;g3d02a215817_0_495"/>
          <p:cNvSpPr/>
          <p:nvPr/>
        </p:nvSpPr>
        <p:spPr>
          <a:xfrm>
            <a:off x="5255037" y="4095350"/>
            <a:ext cx="2028900" cy="8595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5"/>
              <a:buFont typeface="Arial"/>
              <a:buNone/>
            </a:pPr>
            <a:r>
              <a:t/>
            </a:r>
            <a:endParaRPr i="0" sz="2344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95" name="Google Shape;495;g3d02a215817_0_495"/>
          <p:cNvSpPr/>
          <p:nvPr/>
        </p:nvSpPr>
        <p:spPr>
          <a:xfrm>
            <a:off x="6467512" y="2525696"/>
            <a:ext cx="2028900" cy="859500"/>
          </a:xfrm>
          <a:prstGeom prst="roundRect">
            <a:avLst>
              <a:gd fmla="val 22549" name="adj"/>
            </a:avLst>
          </a:prstGeom>
          <a:solidFill>
            <a:srgbClr val="8E39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5"/>
              <a:buFont typeface="Arial"/>
              <a:buNone/>
            </a:pPr>
            <a:r>
              <a:rPr lang="ru-RU" sz="2344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х2 &gt; 0.5</a:t>
            </a:r>
            <a:endParaRPr i="0" sz="2344" u="none" cap="none" strike="noStrike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96" name="Google Shape;496;g3d02a215817_0_495"/>
          <p:cNvSpPr/>
          <p:nvPr/>
        </p:nvSpPr>
        <p:spPr>
          <a:xfrm>
            <a:off x="7698762" y="4095350"/>
            <a:ext cx="2028900" cy="8595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5"/>
              <a:buFont typeface="Arial"/>
              <a:buNone/>
            </a:pPr>
            <a:r>
              <a:t/>
            </a:r>
            <a:endParaRPr i="0" sz="2344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97" name="Google Shape;497;g3d02a215817_0_495"/>
          <p:cNvCxnSpPr>
            <a:stCxn id="495" idx="2"/>
            <a:endCxn id="494" idx="0"/>
          </p:cNvCxnSpPr>
          <p:nvPr/>
        </p:nvCxnSpPr>
        <p:spPr>
          <a:xfrm rot="5400000">
            <a:off x="6520612" y="3133946"/>
            <a:ext cx="710100" cy="1212600"/>
          </a:xfrm>
          <a:prstGeom prst="curvedConnector3">
            <a:avLst>
              <a:gd fmla="val 50004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498" name="Google Shape;498;g3d02a215817_0_495"/>
          <p:cNvCxnSpPr>
            <a:stCxn id="495" idx="2"/>
            <a:endCxn id="496" idx="0"/>
          </p:cNvCxnSpPr>
          <p:nvPr/>
        </p:nvCxnSpPr>
        <p:spPr>
          <a:xfrm flipH="1" rot="-5400000">
            <a:off x="7742512" y="3124646"/>
            <a:ext cx="710100" cy="1231200"/>
          </a:xfrm>
          <a:prstGeom prst="curvedConnector3">
            <a:avLst>
              <a:gd fmla="val 50004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499" name="Google Shape;499;g3d02a215817_0_495"/>
          <p:cNvSpPr txBox="1"/>
          <p:nvPr/>
        </p:nvSpPr>
        <p:spPr>
          <a:xfrm>
            <a:off x="6269350" y="3385175"/>
            <a:ext cx="697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да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d02a215817_0_495"/>
          <p:cNvSpPr txBox="1"/>
          <p:nvPr/>
        </p:nvSpPr>
        <p:spPr>
          <a:xfrm>
            <a:off x="8109200" y="3385175"/>
            <a:ext cx="697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нет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g3d02a215817_0_495"/>
          <p:cNvSpPr txBox="1"/>
          <p:nvPr/>
        </p:nvSpPr>
        <p:spPr>
          <a:xfrm>
            <a:off x="511725" y="3646275"/>
            <a:ext cx="10757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0.5</a:t>
            </a:r>
            <a:endParaRPr sz="2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d02a215817_0_534"/>
          <p:cNvSpPr txBox="1"/>
          <p:nvPr/>
        </p:nvSpPr>
        <p:spPr>
          <a:xfrm>
            <a:off x="1055688" y="1327688"/>
            <a:ext cx="64218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Построение деревьев</a:t>
            </a:r>
            <a:endParaRPr b="1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507" name="Google Shape;507;g3d02a215817_0_534"/>
          <p:cNvGrpSpPr/>
          <p:nvPr/>
        </p:nvGrpSpPr>
        <p:grpSpPr>
          <a:xfrm>
            <a:off x="9353973" y="-1553420"/>
            <a:ext cx="2854020" cy="13716631"/>
            <a:chOff x="9353973" y="-1553420"/>
            <a:chExt cx="2854020" cy="13716631"/>
          </a:xfrm>
        </p:grpSpPr>
        <p:grpSp>
          <p:nvGrpSpPr>
            <p:cNvPr id="508" name="Google Shape;508;g3d02a215817_0_534"/>
            <p:cNvGrpSpPr/>
            <p:nvPr/>
          </p:nvGrpSpPr>
          <p:grpSpPr>
            <a:xfrm>
              <a:off x="9353973" y="-1553420"/>
              <a:ext cx="2838027" cy="13716631"/>
              <a:chOff x="9353973" y="-6079700"/>
              <a:chExt cx="2838027" cy="13716631"/>
            </a:xfrm>
          </p:grpSpPr>
          <p:pic>
            <p:nvPicPr>
              <p:cNvPr id="509" name="Google Shape;509;g3d02a215817_0_534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778933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10" name="Google Shape;510;g3d02a215817_0_534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-6079700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511" name="Google Shape;511;g3d02a215817_0_534"/>
            <p:cNvSpPr/>
            <p:nvPr/>
          </p:nvSpPr>
          <p:spPr>
            <a:xfrm>
              <a:off x="10772986" y="3855493"/>
              <a:ext cx="718500" cy="675600"/>
            </a:xfrm>
            <a:prstGeom prst="rect">
              <a:avLst/>
            </a:prstGeom>
            <a:solidFill>
              <a:srgbClr val="8E39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g3d02a215817_0_534"/>
            <p:cNvSpPr/>
            <p:nvPr/>
          </p:nvSpPr>
          <p:spPr>
            <a:xfrm>
              <a:off x="11489493" y="4531056"/>
              <a:ext cx="718500" cy="773400"/>
            </a:xfrm>
            <a:prstGeom prst="rect">
              <a:avLst/>
            </a:prstGeom>
            <a:solidFill>
              <a:srgbClr val="F8C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13" name="Google Shape;513;g3d02a215817_0_5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08574" y="4040996"/>
            <a:ext cx="3047978" cy="3052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g3d02a215817_0_5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28094" y="3736550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g3d02a215817_0_5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94145" y="4794863"/>
            <a:ext cx="1015809" cy="10200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6" name="Google Shape;516;g3d02a215817_0_534"/>
          <p:cNvCxnSpPr/>
          <p:nvPr/>
        </p:nvCxnSpPr>
        <p:spPr>
          <a:xfrm rot="10800000">
            <a:off x="1329750" y="2043200"/>
            <a:ext cx="0" cy="3810000"/>
          </a:xfrm>
          <a:prstGeom prst="straightConnector1">
            <a:avLst/>
          </a:prstGeom>
          <a:noFill/>
          <a:ln cap="flat" cmpd="sng" w="28575">
            <a:solidFill>
              <a:srgbClr val="20212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7" name="Google Shape;517;g3d02a215817_0_534"/>
          <p:cNvCxnSpPr/>
          <p:nvPr/>
        </p:nvCxnSpPr>
        <p:spPr>
          <a:xfrm>
            <a:off x="1329750" y="5853200"/>
            <a:ext cx="4012500" cy="0"/>
          </a:xfrm>
          <a:prstGeom prst="straightConnector1">
            <a:avLst/>
          </a:prstGeom>
          <a:noFill/>
          <a:ln cap="flat" cmpd="sng" w="28575">
            <a:solidFill>
              <a:srgbClr val="202124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18" name="Google Shape;518;g3d02a215817_0_5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94145" y="4040988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g3d02a215817_0_5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29745" y="3736538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g3d02a215817_0_5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94145" y="2172701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g3d02a215817_0_5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44195" y="2228776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g3d02a215817_0_5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81658" y="2918975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g3d02a215817_0_5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97470" y="3020950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g3d02a215817_0_5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68295" y="2324926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g3d02a215817_0_5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97470" y="1814901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g3d02a215817_0_5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41119" y="3192750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g3d02a215817_0_5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43894" y="3834051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g3d02a215817_0_5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19644" y="4227001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g3d02a215817_0_5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43669" y="4522976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g3d02a215817_0_5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97469" y="4644976"/>
            <a:ext cx="1015809" cy="1020041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g3d02a215817_0_534"/>
          <p:cNvSpPr txBox="1"/>
          <p:nvPr/>
        </p:nvSpPr>
        <p:spPr>
          <a:xfrm>
            <a:off x="717150" y="2374925"/>
            <a:ext cx="10757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x2</a:t>
            </a:r>
            <a:endParaRPr sz="2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32" name="Google Shape;532;g3d02a215817_0_534"/>
          <p:cNvSpPr txBox="1"/>
          <p:nvPr/>
        </p:nvSpPr>
        <p:spPr>
          <a:xfrm>
            <a:off x="4584100" y="5853200"/>
            <a:ext cx="10757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x1</a:t>
            </a:r>
            <a:endParaRPr sz="2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533" name="Google Shape;533;g3d02a215817_0_534"/>
          <p:cNvCxnSpPr/>
          <p:nvPr/>
        </p:nvCxnSpPr>
        <p:spPr>
          <a:xfrm>
            <a:off x="1290895" y="3929058"/>
            <a:ext cx="4090200" cy="0"/>
          </a:xfrm>
          <a:prstGeom prst="straightConnector1">
            <a:avLst/>
          </a:prstGeom>
          <a:noFill/>
          <a:ln cap="flat" cmpd="sng" w="38100">
            <a:solidFill>
              <a:srgbClr val="8E39E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4" name="Google Shape;534;g3d02a215817_0_534"/>
          <p:cNvSpPr/>
          <p:nvPr/>
        </p:nvSpPr>
        <p:spPr>
          <a:xfrm>
            <a:off x="5255037" y="4095350"/>
            <a:ext cx="2028900" cy="859500"/>
          </a:xfrm>
          <a:prstGeom prst="roundRect">
            <a:avLst>
              <a:gd fmla="val 22549" name="adj"/>
            </a:avLst>
          </a:prstGeom>
          <a:solidFill>
            <a:srgbClr val="F8C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5"/>
              <a:buFont typeface="Arial"/>
              <a:buNone/>
            </a:pPr>
            <a:r>
              <a:t/>
            </a:r>
            <a:endParaRPr i="0" sz="2344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35" name="Google Shape;535;g3d02a215817_0_534"/>
          <p:cNvSpPr/>
          <p:nvPr/>
        </p:nvSpPr>
        <p:spPr>
          <a:xfrm>
            <a:off x="6467512" y="2525696"/>
            <a:ext cx="2028900" cy="859500"/>
          </a:xfrm>
          <a:prstGeom prst="roundRect">
            <a:avLst>
              <a:gd fmla="val 22549" name="adj"/>
            </a:avLst>
          </a:prstGeom>
          <a:solidFill>
            <a:srgbClr val="8E39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5"/>
              <a:buFont typeface="Arial"/>
              <a:buNone/>
            </a:pPr>
            <a:r>
              <a:rPr lang="ru-RU" sz="2344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х2 &gt; 0.5</a:t>
            </a:r>
            <a:endParaRPr i="0" sz="2344" u="none" cap="none" strike="noStrike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36" name="Google Shape;536;g3d02a215817_0_534"/>
          <p:cNvSpPr/>
          <p:nvPr/>
        </p:nvSpPr>
        <p:spPr>
          <a:xfrm>
            <a:off x="7698762" y="4095350"/>
            <a:ext cx="2028900" cy="859500"/>
          </a:xfrm>
          <a:prstGeom prst="roundRect">
            <a:avLst>
              <a:gd fmla="val 22549" name="adj"/>
            </a:avLst>
          </a:prstGeom>
          <a:solidFill>
            <a:srgbClr val="8E39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344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x1 &gt;0.4</a:t>
            </a:r>
            <a:endParaRPr sz="2344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537" name="Google Shape;537;g3d02a215817_0_534"/>
          <p:cNvCxnSpPr>
            <a:stCxn id="535" idx="2"/>
            <a:endCxn id="534" idx="0"/>
          </p:cNvCxnSpPr>
          <p:nvPr/>
        </p:nvCxnSpPr>
        <p:spPr>
          <a:xfrm rot="5400000">
            <a:off x="6520612" y="3133946"/>
            <a:ext cx="710100" cy="1212600"/>
          </a:xfrm>
          <a:prstGeom prst="curvedConnector3">
            <a:avLst>
              <a:gd fmla="val 50004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538" name="Google Shape;538;g3d02a215817_0_534"/>
          <p:cNvCxnSpPr>
            <a:stCxn id="535" idx="2"/>
            <a:endCxn id="536" idx="0"/>
          </p:cNvCxnSpPr>
          <p:nvPr/>
        </p:nvCxnSpPr>
        <p:spPr>
          <a:xfrm flipH="1" rot="-5400000">
            <a:off x="7742512" y="3124646"/>
            <a:ext cx="710100" cy="1231200"/>
          </a:xfrm>
          <a:prstGeom prst="curvedConnector3">
            <a:avLst>
              <a:gd fmla="val 50004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539" name="Google Shape;539;g3d02a215817_0_534"/>
          <p:cNvSpPr txBox="1"/>
          <p:nvPr/>
        </p:nvSpPr>
        <p:spPr>
          <a:xfrm>
            <a:off x="6269350" y="3385175"/>
            <a:ext cx="697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да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g3d02a215817_0_534"/>
          <p:cNvSpPr txBox="1"/>
          <p:nvPr/>
        </p:nvSpPr>
        <p:spPr>
          <a:xfrm>
            <a:off x="8109200" y="3385175"/>
            <a:ext cx="697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нет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g3d02a215817_0_534"/>
          <p:cNvSpPr txBox="1"/>
          <p:nvPr/>
        </p:nvSpPr>
        <p:spPr>
          <a:xfrm>
            <a:off x="511725" y="3646275"/>
            <a:ext cx="818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0.5</a:t>
            </a:r>
            <a:endParaRPr sz="2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542" name="Google Shape;542;g3d02a215817_0_534"/>
          <p:cNvCxnSpPr/>
          <p:nvPr/>
        </p:nvCxnSpPr>
        <p:spPr>
          <a:xfrm rot="10800000">
            <a:off x="2831525" y="3931150"/>
            <a:ext cx="0" cy="2006100"/>
          </a:xfrm>
          <a:prstGeom prst="straightConnector1">
            <a:avLst/>
          </a:prstGeom>
          <a:noFill/>
          <a:ln cap="flat" cmpd="sng" w="38100">
            <a:solidFill>
              <a:srgbClr val="8E39E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43" name="Google Shape;543;g3d02a215817_0_5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9870" y="5095626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g3d02a215817_0_5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96394" y="5095626"/>
            <a:ext cx="1015809" cy="10200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5" name="Google Shape;545;g3d02a215817_0_534"/>
          <p:cNvCxnSpPr/>
          <p:nvPr/>
        </p:nvCxnSpPr>
        <p:spPr>
          <a:xfrm rot="5400000">
            <a:off x="7746525" y="4907149"/>
            <a:ext cx="555300" cy="650700"/>
          </a:xfrm>
          <a:prstGeom prst="curvedConnector3">
            <a:avLst>
              <a:gd fmla="val 50004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546" name="Google Shape;546;g3d02a215817_0_534"/>
          <p:cNvCxnSpPr/>
          <p:nvPr/>
        </p:nvCxnSpPr>
        <p:spPr>
          <a:xfrm flipH="1" rot="-5400000">
            <a:off x="8402325" y="4902049"/>
            <a:ext cx="555300" cy="660900"/>
          </a:xfrm>
          <a:prstGeom prst="curvedConnector3">
            <a:avLst>
              <a:gd fmla="val 50004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547" name="Google Shape;547;g3d02a215817_0_534"/>
          <p:cNvSpPr txBox="1"/>
          <p:nvPr/>
        </p:nvSpPr>
        <p:spPr>
          <a:xfrm>
            <a:off x="7698750" y="4799950"/>
            <a:ext cx="650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да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g3d02a215817_0_534"/>
          <p:cNvSpPr txBox="1"/>
          <p:nvPr/>
        </p:nvSpPr>
        <p:spPr>
          <a:xfrm>
            <a:off x="8678949" y="4870300"/>
            <a:ext cx="650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нет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d02a215817_0_583"/>
          <p:cNvSpPr txBox="1"/>
          <p:nvPr/>
        </p:nvSpPr>
        <p:spPr>
          <a:xfrm>
            <a:off x="1055688" y="1327688"/>
            <a:ext cx="64218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Построение деревьев</a:t>
            </a:r>
            <a:endParaRPr b="1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554" name="Google Shape;554;g3d02a215817_0_583"/>
          <p:cNvGrpSpPr/>
          <p:nvPr/>
        </p:nvGrpSpPr>
        <p:grpSpPr>
          <a:xfrm>
            <a:off x="9353973" y="-1553420"/>
            <a:ext cx="2854020" cy="13716631"/>
            <a:chOff x="9353973" y="-1553420"/>
            <a:chExt cx="2854020" cy="13716631"/>
          </a:xfrm>
        </p:grpSpPr>
        <p:grpSp>
          <p:nvGrpSpPr>
            <p:cNvPr id="555" name="Google Shape;555;g3d02a215817_0_583"/>
            <p:cNvGrpSpPr/>
            <p:nvPr/>
          </p:nvGrpSpPr>
          <p:grpSpPr>
            <a:xfrm>
              <a:off x="9353973" y="-1553420"/>
              <a:ext cx="2838027" cy="13716631"/>
              <a:chOff x="9353973" y="-6079700"/>
              <a:chExt cx="2838027" cy="13716631"/>
            </a:xfrm>
          </p:grpSpPr>
          <p:pic>
            <p:nvPicPr>
              <p:cNvPr id="556" name="Google Shape;556;g3d02a215817_0_583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778933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57" name="Google Shape;557;g3d02a215817_0_583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-6079700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558" name="Google Shape;558;g3d02a215817_0_583"/>
            <p:cNvSpPr/>
            <p:nvPr/>
          </p:nvSpPr>
          <p:spPr>
            <a:xfrm>
              <a:off x="10772986" y="3855493"/>
              <a:ext cx="718500" cy="675600"/>
            </a:xfrm>
            <a:prstGeom prst="rect">
              <a:avLst/>
            </a:prstGeom>
            <a:solidFill>
              <a:srgbClr val="8E39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g3d02a215817_0_583"/>
            <p:cNvSpPr/>
            <p:nvPr/>
          </p:nvSpPr>
          <p:spPr>
            <a:xfrm>
              <a:off x="11489493" y="4531056"/>
              <a:ext cx="718500" cy="773400"/>
            </a:xfrm>
            <a:prstGeom prst="rect">
              <a:avLst/>
            </a:prstGeom>
            <a:solidFill>
              <a:srgbClr val="F8C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60" name="Google Shape;560;g3d02a215817_0_5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08574" y="4040996"/>
            <a:ext cx="3047978" cy="3052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g3d02a215817_0_58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28094" y="3736550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g3d02a215817_0_58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94145" y="4794863"/>
            <a:ext cx="1015809" cy="10200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3" name="Google Shape;563;g3d02a215817_0_583"/>
          <p:cNvCxnSpPr/>
          <p:nvPr/>
        </p:nvCxnSpPr>
        <p:spPr>
          <a:xfrm rot="10800000">
            <a:off x="1329750" y="2043200"/>
            <a:ext cx="0" cy="3810000"/>
          </a:xfrm>
          <a:prstGeom prst="straightConnector1">
            <a:avLst/>
          </a:prstGeom>
          <a:noFill/>
          <a:ln cap="flat" cmpd="sng" w="28575">
            <a:solidFill>
              <a:srgbClr val="20212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4" name="Google Shape;564;g3d02a215817_0_583"/>
          <p:cNvCxnSpPr/>
          <p:nvPr/>
        </p:nvCxnSpPr>
        <p:spPr>
          <a:xfrm>
            <a:off x="1329750" y="5853200"/>
            <a:ext cx="4012500" cy="0"/>
          </a:xfrm>
          <a:prstGeom prst="straightConnector1">
            <a:avLst/>
          </a:prstGeom>
          <a:noFill/>
          <a:ln cap="flat" cmpd="sng" w="28575">
            <a:solidFill>
              <a:srgbClr val="202124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65" name="Google Shape;565;g3d02a215817_0_58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94145" y="4040988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g3d02a215817_0_58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29745" y="3736538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g3d02a215817_0_58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94145" y="2172701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g3d02a215817_0_58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44195" y="2228776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g3d02a215817_0_58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81658" y="2918975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g3d02a215817_0_58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97470" y="3020950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g3d02a215817_0_58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68295" y="2324926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g3d02a215817_0_58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97470" y="1814901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g3d02a215817_0_58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41119" y="3192750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g3d02a215817_0_58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43894" y="3834051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g3d02a215817_0_58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19644" y="4227001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g3d02a215817_0_58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43669" y="4522976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g3d02a215817_0_58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97469" y="4644976"/>
            <a:ext cx="1015809" cy="1020041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g3d02a215817_0_583"/>
          <p:cNvSpPr txBox="1"/>
          <p:nvPr/>
        </p:nvSpPr>
        <p:spPr>
          <a:xfrm>
            <a:off x="717150" y="2374925"/>
            <a:ext cx="10757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x2</a:t>
            </a:r>
            <a:endParaRPr sz="2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79" name="Google Shape;579;g3d02a215817_0_583"/>
          <p:cNvSpPr txBox="1"/>
          <p:nvPr/>
        </p:nvSpPr>
        <p:spPr>
          <a:xfrm>
            <a:off x="4584100" y="5853200"/>
            <a:ext cx="10757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x1</a:t>
            </a:r>
            <a:endParaRPr sz="2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580" name="Google Shape;580;g3d02a215817_0_583"/>
          <p:cNvCxnSpPr/>
          <p:nvPr/>
        </p:nvCxnSpPr>
        <p:spPr>
          <a:xfrm>
            <a:off x="1290895" y="3929058"/>
            <a:ext cx="4090200" cy="0"/>
          </a:xfrm>
          <a:prstGeom prst="straightConnector1">
            <a:avLst/>
          </a:prstGeom>
          <a:noFill/>
          <a:ln cap="flat" cmpd="sng" w="38100">
            <a:solidFill>
              <a:srgbClr val="8E39E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1" name="Google Shape;581;g3d02a215817_0_583"/>
          <p:cNvSpPr/>
          <p:nvPr/>
        </p:nvSpPr>
        <p:spPr>
          <a:xfrm>
            <a:off x="5255037" y="4095350"/>
            <a:ext cx="2028900" cy="859500"/>
          </a:xfrm>
          <a:prstGeom prst="roundRect">
            <a:avLst>
              <a:gd fmla="val 22549" name="adj"/>
            </a:avLst>
          </a:prstGeom>
          <a:solidFill>
            <a:srgbClr val="8E39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5"/>
              <a:buFont typeface="Arial"/>
              <a:buNone/>
            </a:pPr>
            <a:r>
              <a:rPr lang="ru-RU" sz="2344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…</a:t>
            </a:r>
            <a:endParaRPr i="0" sz="2344" u="none" cap="none" strike="noStrike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82" name="Google Shape;582;g3d02a215817_0_583"/>
          <p:cNvSpPr/>
          <p:nvPr/>
        </p:nvSpPr>
        <p:spPr>
          <a:xfrm>
            <a:off x="6467512" y="2525696"/>
            <a:ext cx="2028900" cy="859500"/>
          </a:xfrm>
          <a:prstGeom prst="roundRect">
            <a:avLst>
              <a:gd fmla="val 22549" name="adj"/>
            </a:avLst>
          </a:prstGeom>
          <a:solidFill>
            <a:srgbClr val="8E39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5"/>
              <a:buFont typeface="Arial"/>
              <a:buNone/>
            </a:pPr>
            <a:r>
              <a:rPr lang="ru-RU" sz="2344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х2 &gt; 0.5</a:t>
            </a:r>
            <a:endParaRPr i="0" sz="2344" u="none" cap="none" strike="noStrike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83" name="Google Shape;583;g3d02a215817_0_583"/>
          <p:cNvSpPr/>
          <p:nvPr/>
        </p:nvSpPr>
        <p:spPr>
          <a:xfrm>
            <a:off x="7698762" y="4095350"/>
            <a:ext cx="2028900" cy="859500"/>
          </a:xfrm>
          <a:prstGeom prst="roundRect">
            <a:avLst>
              <a:gd fmla="val 22549" name="adj"/>
            </a:avLst>
          </a:prstGeom>
          <a:solidFill>
            <a:srgbClr val="8E39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344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x1 &gt;0.4</a:t>
            </a:r>
            <a:endParaRPr sz="2344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584" name="Google Shape;584;g3d02a215817_0_583"/>
          <p:cNvCxnSpPr>
            <a:stCxn id="582" idx="2"/>
            <a:endCxn id="581" idx="0"/>
          </p:cNvCxnSpPr>
          <p:nvPr/>
        </p:nvCxnSpPr>
        <p:spPr>
          <a:xfrm rot="5400000">
            <a:off x="6520612" y="3133946"/>
            <a:ext cx="710100" cy="1212600"/>
          </a:xfrm>
          <a:prstGeom prst="curvedConnector3">
            <a:avLst>
              <a:gd fmla="val 50004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585" name="Google Shape;585;g3d02a215817_0_583"/>
          <p:cNvCxnSpPr>
            <a:stCxn id="582" idx="2"/>
            <a:endCxn id="583" idx="0"/>
          </p:cNvCxnSpPr>
          <p:nvPr/>
        </p:nvCxnSpPr>
        <p:spPr>
          <a:xfrm flipH="1" rot="-5400000">
            <a:off x="7742512" y="3124646"/>
            <a:ext cx="710100" cy="1231200"/>
          </a:xfrm>
          <a:prstGeom prst="curvedConnector3">
            <a:avLst>
              <a:gd fmla="val 50004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586" name="Google Shape;586;g3d02a215817_0_583"/>
          <p:cNvSpPr txBox="1"/>
          <p:nvPr/>
        </p:nvSpPr>
        <p:spPr>
          <a:xfrm>
            <a:off x="6269350" y="3385175"/>
            <a:ext cx="697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да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g3d02a215817_0_583"/>
          <p:cNvSpPr txBox="1"/>
          <p:nvPr/>
        </p:nvSpPr>
        <p:spPr>
          <a:xfrm>
            <a:off x="8109200" y="3385175"/>
            <a:ext cx="697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нет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g3d02a215817_0_583"/>
          <p:cNvSpPr txBox="1"/>
          <p:nvPr/>
        </p:nvSpPr>
        <p:spPr>
          <a:xfrm>
            <a:off x="511725" y="3646275"/>
            <a:ext cx="818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0.5</a:t>
            </a:r>
            <a:endParaRPr sz="2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589" name="Google Shape;589;g3d02a215817_0_583"/>
          <p:cNvCxnSpPr/>
          <p:nvPr/>
        </p:nvCxnSpPr>
        <p:spPr>
          <a:xfrm rot="10800000">
            <a:off x="2831525" y="3931150"/>
            <a:ext cx="0" cy="2006100"/>
          </a:xfrm>
          <a:prstGeom prst="straightConnector1">
            <a:avLst/>
          </a:prstGeom>
          <a:noFill/>
          <a:ln cap="flat" cmpd="sng" w="38100">
            <a:solidFill>
              <a:srgbClr val="8E39E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90" name="Google Shape;590;g3d02a215817_0_58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9870" y="5095626"/>
            <a:ext cx="1015809" cy="102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g3d02a215817_0_58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96394" y="5095626"/>
            <a:ext cx="1015809" cy="10200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2" name="Google Shape;592;g3d02a215817_0_583"/>
          <p:cNvCxnSpPr/>
          <p:nvPr/>
        </p:nvCxnSpPr>
        <p:spPr>
          <a:xfrm rot="5400000">
            <a:off x="7746525" y="4907149"/>
            <a:ext cx="555300" cy="650700"/>
          </a:xfrm>
          <a:prstGeom prst="curvedConnector3">
            <a:avLst>
              <a:gd fmla="val 50004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593" name="Google Shape;593;g3d02a215817_0_583"/>
          <p:cNvCxnSpPr/>
          <p:nvPr/>
        </p:nvCxnSpPr>
        <p:spPr>
          <a:xfrm flipH="1" rot="-5400000">
            <a:off x="8402325" y="4902049"/>
            <a:ext cx="555300" cy="660900"/>
          </a:xfrm>
          <a:prstGeom prst="curvedConnector3">
            <a:avLst>
              <a:gd fmla="val 50004" name="adj1"/>
            </a:avLst>
          </a:prstGeom>
          <a:noFill/>
          <a:ln cap="rnd" cmpd="sng" w="9525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594" name="Google Shape;594;g3d02a215817_0_583"/>
          <p:cNvSpPr txBox="1"/>
          <p:nvPr/>
        </p:nvSpPr>
        <p:spPr>
          <a:xfrm>
            <a:off x="7698750" y="4799950"/>
            <a:ext cx="650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да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g3d02a215817_0_583"/>
          <p:cNvSpPr txBox="1"/>
          <p:nvPr/>
        </p:nvSpPr>
        <p:spPr>
          <a:xfrm>
            <a:off x="8678949" y="4870300"/>
            <a:ext cx="650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нет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6" name="Google Shape;596;g3d02a215817_0_583"/>
          <p:cNvCxnSpPr/>
          <p:nvPr/>
        </p:nvCxnSpPr>
        <p:spPr>
          <a:xfrm>
            <a:off x="1348928" y="3190371"/>
            <a:ext cx="1696800" cy="0"/>
          </a:xfrm>
          <a:prstGeom prst="straightConnector1">
            <a:avLst/>
          </a:prstGeom>
          <a:noFill/>
          <a:ln cap="flat" cmpd="sng" w="38100">
            <a:solidFill>
              <a:srgbClr val="8E39E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7" name="Google Shape;597;g3d02a215817_0_583"/>
          <p:cNvCxnSpPr/>
          <p:nvPr/>
        </p:nvCxnSpPr>
        <p:spPr>
          <a:xfrm>
            <a:off x="3023925" y="3190325"/>
            <a:ext cx="0" cy="744600"/>
          </a:xfrm>
          <a:prstGeom prst="straightConnector1">
            <a:avLst/>
          </a:prstGeom>
          <a:noFill/>
          <a:ln cap="flat" cmpd="sng" w="38100">
            <a:solidFill>
              <a:srgbClr val="8E39E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2" name="Google Shape;602;g3d02a215817_0_631"/>
          <p:cNvGrpSpPr/>
          <p:nvPr/>
        </p:nvGrpSpPr>
        <p:grpSpPr>
          <a:xfrm>
            <a:off x="9353973" y="-1553420"/>
            <a:ext cx="2854020" cy="13716631"/>
            <a:chOff x="9353973" y="-1553420"/>
            <a:chExt cx="2854020" cy="13716631"/>
          </a:xfrm>
        </p:grpSpPr>
        <p:grpSp>
          <p:nvGrpSpPr>
            <p:cNvPr id="603" name="Google Shape;603;g3d02a215817_0_631"/>
            <p:cNvGrpSpPr/>
            <p:nvPr/>
          </p:nvGrpSpPr>
          <p:grpSpPr>
            <a:xfrm>
              <a:off x="9353973" y="-1553420"/>
              <a:ext cx="2838027" cy="13716631"/>
              <a:chOff x="9353973" y="-6079700"/>
              <a:chExt cx="2838027" cy="13716631"/>
            </a:xfrm>
          </p:grpSpPr>
          <p:pic>
            <p:nvPicPr>
              <p:cNvPr id="604" name="Google Shape;604;g3d02a215817_0_631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778933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05" name="Google Shape;605;g3d02a215817_0_631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-6079700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06" name="Google Shape;606;g3d02a215817_0_631"/>
            <p:cNvSpPr/>
            <p:nvPr/>
          </p:nvSpPr>
          <p:spPr>
            <a:xfrm>
              <a:off x="10772986" y="3855493"/>
              <a:ext cx="718500" cy="675600"/>
            </a:xfrm>
            <a:prstGeom prst="rect">
              <a:avLst/>
            </a:prstGeom>
            <a:solidFill>
              <a:srgbClr val="8E39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g3d02a215817_0_631"/>
            <p:cNvSpPr/>
            <p:nvPr/>
          </p:nvSpPr>
          <p:spPr>
            <a:xfrm>
              <a:off x="11489493" y="4531056"/>
              <a:ext cx="718500" cy="773400"/>
            </a:xfrm>
            <a:prstGeom prst="rect">
              <a:avLst/>
            </a:prstGeom>
            <a:solidFill>
              <a:srgbClr val="F8C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08" name="Google Shape;608;g3d02a215817_0_6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8976462" y="3862790"/>
            <a:ext cx="2872246" cy="2884213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g3d02a215817_0_631"/>
          <p:cNvSpPr txBox="1"/>
          <p:nvPr/>
        </p:nvSpPr>
        <p:spPr>
          <a:xfrm>
            <a:off x="1055688" y="1327688"/>
            <a:ext cx="64218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Почему это стоит использовать?</a:t>
            </a:r>
            <a:endParaRPr b="1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10" name="Google Shape;610;g3d02a215817_0_631"/>
          <p:cNvSpPr txBox="1"/>
          <p:nvPr/>
        </p:nvSpPr>
        <p:spPr>
          <a:xfrm>
            <a:off x="979700" y="2513925"/>
            <a:ext cx="52521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87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"/>
              <a:buChar char="-"/>
            </a:pPr>
            <a:r>
              <a:rPr lang="ru-RU" sz="1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Очень легко интерпретировать</a:t>
            </a:r>
            <a:endParaRPr sz="16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"/>
              <a:buChar char="-"/>
            </a:pPr>
            <a:r>
              <a:rPr lang="ru-RU" sz="1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хорошо себя показывают в ансамблях</a:t>
            </a:r>
            <a:endParaRPr sz="16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d02a215817_0_654"/>
          <p:cNvSpPr txBox="1"/>
          <p:nvPr/>
        </p:nvSpPr>
        <p:spPr>
          <a:xfrm>
            <a:off x="1055688" y="1327688"/>
            <a:ext cx="64218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Бэггинг</a:t>
            </a:r>
            <a:endParaRPr b="1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616" name="Google Shape;616;g3d02a215817_0_654"/>
          <p:cNvGrpSpPr/>
          <p:nvPr/>
        </p:nvGrpSpPr>
        <p:grpSpPr>
          <a:xfrm>
            <a:off x="9353973" y="-1553420"/>
            <a:ext cx="2854020" cy="13716631"/>
            <a:chOff x="9353973" y="-1553420"/>
            <a:chExt cx="2854020" cy="13716631"/>
          </a:xfrm>
        </p:grpSpPr>
        <p:grpSp>
          <p:nvGrpSpPr>
            <p:cNvPr id="617" name="Google Shape;617;g3d02a215817_0_654"/>
            <p:cNvGrpSpPr/>
            <p:nvPr/>
          </p:nvGrpSpPr>
          <p:grpSpPr>
            <a:xfrm>
              <a:off x="9353973" y="-1553420"/>
              <a:ext cx="2838027" cy="13716631"/>
              <a:chOff x="9353973" y="-6079700"/>
              <a:chExt cx="2838027" cy="13716631"/>
            </a:xfrm>
          </p:grpSpPr>
          <p:pic>
            <p:nvPicPr>
              <p:cNvPr id="618" name="Google Shape;618;g3d02a215817_0_654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778933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19" name="Google Shape;619;g3d02a215817_0_654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-6079700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20" name="Google Shape;620;g3d02a215817_0_654"/>
            <p:cNvSpPr/>
            <p:nvPr/>
          </p:nvSpPr>
          <p:spPr>
            <a:xfrm>
              <a:off x="10772986" y="3855493"/>
              <a:ext cx="718500" cy="675600"/>
            </a:xfrm>
            <a:prstGeom prst="rect">
              <a:avLst/>
            </a:prstGeom>
            <a:solidFill>
              <a:srgbClr val="8E39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g3d02a215817_0_654"/>
            <p:cNvSpPr/>
            <p:nvPr/>
          </p:nvSpPr>
          <p:spPr>
            <a:xfrm>
              <a:off x="11489493" y="4531056"/>
              <a:ext cx="718500" cy="773400"/>
            </a:xfrm>
            <a:prstGeom prst="rect">
              <a:avLst/>
            </a:prstGeom>
            <a:solidFill>
              <a:srgbClr val="F8C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22" name="Google Shape;622;g3d02a215817_0_6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6880" y="4115924"/>
            <a:ext cx="670915" cy="673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g3d02a215817_0_6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40031" y="4814911"/>
            <a:ext cx="670915" cy="67371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4" name="Google Shape;624;g3d02a215817_0_654"/>
          <p:cNvCxnSpPr/>
          <p:nvPr/>
        </p:nvCxnSpPr>
        <p:spPr>
          <a:xfrm rot="10800000">
            <a:off x="867263" y="2997514"/>
            <a:ext cx="0" cy="2516400"/>
          </a:xfrm>
          <a:prstGeom prst="straightConnector1">
            <a:avLst/>
          </a:prstGeom>
          <a:noFill/>
          <a:ln cap="flat" cmpd="sng" w="18875">
            <a:solidFill>
              <a:srgbClr val="20212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5" name="Google Shape;625;g3d02a215817_0_654"/>
          <p:cNvCxnSpPr/>
          <p:nvPr/>
        </p:nvCxnSpPr>
        <p:spPr>
          <a:xfrm>
            <a:off x="867263" y="5513914"/>
            <a:ext cx="2650200" cy="0"/>
          </a:xfrm>
          <a:prstGeom prst="straightConnector1">
            <a:avLst/>
          </a:prstGeom>
          <a:noFill/>
          <a:ln cap="flat" cmpd="sng" w="18875">
            <a:solidFill>
              <a:srgbClr val="202124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626" name="Google Shape;626;g3d02a215817_0_6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40031" y="4316997"/>
            <a:ext cx="670915" cy="673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g3d02a215817_0_6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7259" y="4115915"/>
            <a:ext cx="670915" cy="673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g3d02a215817_0_6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40031" y="3083042"/>
            <a:ext cx="670915" cy="673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g3d02a215817_0_6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35420" y="3120078"/>
            <a:ext cx="670915" cy="673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g3d02a215817_0_6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27790" y="4180320"/>
            <a:ext cx="670915" cy="673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g3d02a215817_0_6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1120" y="4635336"/>
            <a:ext cx="670915" cy="67371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2" name="Google Shape;632;g3d02a215817_0_654"/>
          <p:cNvCxnSpPr/>
          <p:nvPr/>
        </p:nvCxnSpPr>
        <p:spPr>
          <a:xfrm>
            <a:off x="1877775" y="3912600"/>
            <a:ext cx="1705800" cy="0"/>
          </a:xfrm>
          <a:prstGeom prst="straightConnector1">
            <a:avLst/>
          </a:prstGeom>
          <a:noFill/>
          <a:ln cap="flat" cmpd="sng" w="25175">
            <a:solidFill>
              <a:srgbClr val="8E39E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3" name="Google Shape;633;g3d02a215817_0_654"/>
          <p:cNvCxnSpPr/>
          <p:nvPr/>
        </p:nvCxnSpPr>
        <p:spPr>
          <a:xfrm rot="10800000">
            <a:off x="1859146" y="3071627"/>
            <a:ext cx="0" cy="2497800"/>
          </a:xfrm>
          <a:prstGeom prst="straightConnector1">
            <a:avLst/>
          </a:prstGeom>
          <a:noFill/>
          <a:ln cap="flat" cmpd="sng" w="25175">
            <a:solidFill>
              <a:srgbClr val="8E39E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4" name="Google Shape;634;g3d02a215817_0_654"/>
          <p:cNvCxnSpPr/>
          <p:nvPr/>
        </p:nvCxnSpPr>
        <p:spPr>
          <a:xfrm rot="10800000">
            <a:off x="3765949" y="3045137"/>
            <a:ext cx="0" cy="2516400"/>
          </a:xfrm>
          <a:prstGeom prst="straightConnector1">
            <a:avLst/>
          </a:prstGeom>
          <a:noFill/>
          <a:ln cap="flat" cmpd="sng" w="18875">
            <a:solidFill>
              <a:srgbClr val="20212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5" name="Google Shape;635;g3d02a215817_0_654"/>
          <p:cNvCxnSpPr/>
          <p:nvPr/>
        </p:nvCxnSpPr>
        <p:spPr>
          <a:xfrm>
            <a:off x="3765949" y="5561537"/>
            <a:ext cx="2650200" cy="0"/>
          </a:xfrm>
          <a:prstGeom prst="straightConnector1">
            <a:avLst/>
          </a:prstGeom>
          <a:noFill/>
          <a:ln cap="flat" cmpd="sng" w="18875">
            <a:solidFill>
              <a:srgbClr val="202124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636" name="Google Shape;636;g3d02a215817_0_6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34106" y="3167701"/>
            <a:ext cx="670915" cy="673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g3d02a215817_0_6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27909" y="3690912"/>
            <a:ext cx="670915" cy="673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g3d02a215817_0_6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44450" y="3231206"/>
            <a:ext cx="670915" cy="673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g3d02a215817_0_6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6476" y="4227943"/>
            <a:ext cx="670915" cy="673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g3d02a215817_0_6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99806" y="4682959"/>
            <a:ext cx="670915" cy="67371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1" name="Google Shape;641;g3d02a215817_0_654"/>
          <p:cNvCxnSpPr/>
          <p:nvPr/>
        </p:nvCxnSpPr>
        <p:spPr>
          <a:xfrm>
            <a:off x="3740286" y="4290693"/>
            <a:ext cx="2701500" cy="0"/>
          </a:xfrm>
          <a:prstGeom prst="straightConnector1">
            <a:avLst/>
          </a:prstGeom>
          <a:noFill/>
          <a:ln cap="flat" cmpd="sng" w="25175">
            <a:solidFill>
              <a:srgbClr val="8E39E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2" name="Google Shape;642;g3d02a215817_0_654"/>
          <p:cNvCxnSpPr/>
          <p:nvPr/>
        </p:nvCxnSpPr>
        <p:spPr>
          <a:xfrm rot="10800000">
            <a:off x="4288283" y="4290700"/>
            <a:ext cx="0" cy="1325100"/>
          </a:xfrm>
          <a:prstGeom prst="straightConnector1">
            <a:avLst/>
          </a:prstGeom>
          <a:noFill/>
          <a:ln cap="flat" cmpd="sng" w="25175">
            <a:solidFill>
              <a:srgbClr val="8E39E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43" name="Google Shape;643;g3d02a215817_0_6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54267" y="4211172"/>
            <a:ext cx="670915" cy="67371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4" name="Google Shape;644;g3d02a215817_0_654"/>
          <p:cNvCxnSpPr/>
          <p:nvPr/>
        </p:nvCxnSpPr>
        <p:spPr>
          <a:xfrm rot="10800000">
            <a:off x="6664649" y="3092762"/>
            <a:ext cx="0" cy="2516400"/>
          </a:xfrm>
          <a:prstGeom prst="straightConnector1">
            <a:avLst/>
          </a:prstGeom>
          <a:noFill/>
          <a:ln cap="flat" cmpd="sng" w="18875">
            <a:solidFill>
              <a:srgbClr val="20212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5" name="Google Shape;645;g3d02a215817_0_654"/>
          <p:cNvCxnSpPr/>
          <p:nvPr/>
        </p:nvCxnSpPr>
        <p:spPr>
          <a:xfrm>
            <a:off x="6664649" y="5609162"/>
            <a:ext cx="2650200" cy="0"/>
          </a:xfrm>
          <a:prstGeom prst="straightConnector1">
            <a:avLst/>
          </a:prstGeom>
          <a:noFill/>
          <a:ln cap="flat" cmpd="sng" w="18875">
            <a:solidFill>
              <a:srgbClr val="202124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646" name="Google Shape;646;g3d02a215817_0_6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37417" y="4412244"/>
            <a:ext cx="670915" cy="673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g3d02a215817_0_6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4646" y="4211163"/>
            <a:ext cx="670915" cy="673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8" name="Google Shape;648;g3d02a215817_0_6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37417" y="3178290"/>
            <a:ext cx="670915" cy="673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Google Shape;649;g3d02a215817_0_6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32806" y="3215326"/>
            <a:ext cx="670915" cy="673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g3d02a215817_0_6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43150" y="3278831"/>
            <a:ext cx="670915" cy="673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1" name="Google Shape;651;g3d02a215817_0_6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26609" y="2941973"/>
            <a:ext cx="670915" cy="673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g3d02a215817_0_6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68442" y="3852006"/>
            <a:ext cx="670915" cy="673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g3d02a215817_0_6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25176" y="4275568"/>
            <a:ext cx="670915" cy="673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g3d02a215817_0_6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78923" y="4535101"/>
            <a:ext cx="670915" cy="67371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5" name="Google Shape;655;g3d02a215817_0_654"/>
          <p:cNvCxnSpPr/>
          <p:nvPr/>
        </p:nvCxnSpPr>
        <p:spPr>
          <a:xfrm>
            <a:off x="6664624" y="3954243"/>
            <a:ext cx="2701500" cy="0"/>
          </a:xfrm>
          <a:prstGeom prst="straightConnector1">
            <a:avLst/>
          </a:prstGeom>
          <a:noFill/>
          <a:ln cap="flat" cmpd="sng" w="25175">
            <a:solidFill>
              <a:srgbClr val="8E39E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6" name="Google Shape;656;g3d02a215817_0_654"/>
          <p:cNvCxnSpPr/>
          <p:nvPr/>
        </p:nvCxnSpPr>
        <p:spPr>
          <a:xfrm rot="10800000">
            <a:off x="7656558" y="3962361"/>
            <a:ext cx="0" cy="1702200"/>
          </a:xfrm>
          <a:prstGeom prst="straightConnector1">
            <a:avLst/>
          </a:prstGeom>
          <a:noFill/>
          <a:ln cap="flat" cmpd="sng" w="25175">
            <a:solidFill>
              <a:srgbClr val="8E39E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7" name="Google Shape;657;g3d02a215817_0_654"/>
          <p:cNvCxnSpPr/>
          <p:nvPr/>
        </p:nvCxnSpPr>
        <p:spPr>
          <a:xfrm>
            <a:off x="6650878" y="4350959"/>
            <a:ext cx="1016100" cy="0"/>
          </a:xfrm>
          <a:prstGeom prst="straightConnector1">
            <a:avLst/>
          </a:prstGeom>
          <a:noFill/>
          <a:ln cap="flat" cmpd="sng" w="25175">
            <a:solidFill>
              <a:srgbClr val="8E39E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58" name="Google Shape;658;g3d02a215817_0_6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93534" y="4211165"/>
            <a:ext cx="670915" cy="673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g3d02a215817_0_6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20409" y="2846723"/>
            <a:ext cx="670915" cy="6737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d02a215817_0_747"/>
          <p:cNvSpPr txBox="1"/>
          <p:nvPr/>
        </p:nvSpPr>
        <p:spPr>
          <a:xfrm>
            <a:off x="1055688" y="1327688"/>
            <a:ext cx="64218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ru-RU"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Бэггинг</a:t>
            </a:r>
            <a:endParaRPr b="1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665" name="Google Shape;665;g3d02a215817_0_747"/>
          <p:cNvGrpSpPr/>
          <p:nvPr/>
        </p:nvGrpSpPr>
        <p:grpSpPr>
          <a:xfrm>
            <a:off x="9353973" y="-1553420"/>
            <a:ext cx="2854020" cy="13716631"/>
            <a:chOff x="9353973" y="-1553420"/>
            <a:chExt cx="2854020" cy="13716631"/>
          </a:xfrm>
        </p:grpSpPr>
        <p:grpSp>
          <p:nvGrpSpPr>
            <p:cNvPr id="666" name="Google Shape;666;g3d02a215817_0_747"/>
            <p:cNvGrpSpPr/>
            <p:nvPr/>
          </p:nvGrpSpPr>
          <p:grpSpPr>
            <a:xfrm>
              <a:off x="9353973" y="-1553420"/>
              <a:ext cx="2838027" cy="13716631"/>
              <a:chOff x="9353973" y="-6079700"/>
              <a:chExt cx="2838027" cy="13716631"/>
            </a:xfrm>
          </p:grpSpPr>
          <p:pic>
            <p:nvPicPr>
              <p:cNvPr id="667" name="Google Shape;667;g3d02a215817_0_747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778933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68" name="Google Shape;668;g3d02a215817_0_747"/>
              <p:cNvPicPr preferRelativeResize="0"/>
              <p:nvPr/>
            </p:nvPicPr>
            <p:blipFill rotWithShape="1">
              <a:blip r:embed="rId3">
                <a:alphaModFix/>
              </a:blip>
              <a:srcRect b="0" l="1283" r="0" t="0"/>
              <a:stretch/>
            </p:blipFill>
            <p:spPr>
              <a:xfrm>
                <a:off x="9353973" y="-6079700"/>
                <a:ext cx="2838027" cy="68579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69" name="Google Shape;669;g3d02a215817_0_747"/>
            <p:cNvSpPr/>
            <p:nvPr/>
          </p:nvSpPr>
          <p:spPr>
            <a:xfrm>
              <a:off x="10772986" y="3855493"/>
              <a:ext cx="718500" cy="675600"/>
            </a:xfrm>
            <a:prstGeom prst="rect">
              <a:avLst/>
            </a:prstGeom>
            <a:solidFill>
              <a:srgbClr val="8E39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g3d02a215817_0_747"/>
            <p:cNvSpPr/>
            <p:nvPr/>
          </p:nvSpPr>
          <p:spPr>
            <a:xfrm>
              <a:off x="11489493" y="4531056"/>
              <a:ext cx="718500" cy="773400"/>
            </a:xfrm>
            <a:prstGeom prst="rect">
              <a:avLst/>
            </a:prstGeom>
            <a:solidFill>
              <a:srgbClr val="F8CE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71" name="Google Shape;671;g3d02a215817_0_7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6880" y="4115924"/>
            <a:ext cx="670915" cy="673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g3d02a215817_0_7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40031" y="4814911"/>
            <a:ext cx="670915" cy="67371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3" name="Google Shape;673;g3d02a215817_0_747"/>
          <p:cNvCxnSpPr/>
          <p:nvPr/>
        </p:nvCxnSpPr>
        <p:spPr>
          <a:xfrm rot="10800000">
            <a:off x="867263" y="2997514"/>
            <a:ext cx="0" cy="2516400"/>
          </a:xfrm>
          <a:prstGeom prst="straightConnector1">
            <a:avLst/>
          </a:prstGeom>
          <a:noFill/>
          <a:ln cap="flat" cmpd="sng" w="18875">
            <a:solidFill>
              <a:srgbClr val="20212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4" name="Google Shape;674;g3d02a215817_0_747"/>
          <p:cNvCxnSpPr/>
          <p:nvPr/>
        </p:nvCxnSpPr>
        <p:spPr>
          <a:xfrm>
            <a:off x="867263" y="5513914"/>
            <a:ext cx="2650200" cy="0"/>
          </a:xfrm>
          <a:prstGeom prst="straightConnector1">
            <a:avLst/>
          </a:prstGeom>
          <a:noFill/>
          <a:ln cap="flat" cmpd="sng" w="18875">
            <a:solidFill>
              <a:srgbClr val="202124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675" name="Google Shape;675;g3d02a215817_0_7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40031" y="4316997"/>
            <a:ext cx="670915" cy="673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6" name="Google Shape;676;g3d02a215817_0_7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7259" y="4115915"/>
            <a:ext cx="670915" cy="673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g3d02a215817_0_7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40031" y="3083042"/>
            <a:ext cx="670915" cy="673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g3d02a215817_0_7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35420" y="3120078"/>
            <a:ext cx="670915" cy="673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g3d02a215817_0_7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27790" y="4180320"/>
            <a:ext cx="670915" cy="673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0" name="Google Shape;680;g3d02a215817_0_7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1120" y="4635336"/>
            <a:ext cx="670915" cy="67371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1" name="Google Shape;681;g3d02a215817_0_747"/>
          <p:cNvCxnSpPr/>
          <p:nvPr/>
        </p:nvCxnSpPr>
        <p:spPr>
          <a:xfrm>
            <a:off x="1877775" y="3912600"/>
            <a:ext cx="1705800" cy="0"/>
          </a:xfrm>
          <a:prstGeom prst="straightConnector1">
            <a:avLst/>
          </a:prstGeom>
          <a:noFill/>
          <a:ln cap="flat" cmpd="sng" w="25175">
            <a:solidFill>
              <a:srgbClr val="8E39E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2" name="Google Shape;682;g3d02a215817_0_747"/>
          <p:cNvCxnSpPr/>
          <p:nvPr/>
        </p:nvCxnSpPr>
        <p:spPr>
          <a:xfrm rot="10800000">
            <a:off x="1859146" y="3071627"/>
            <a:ext cx="0" cy="2497800"/>
          </a:xfrm>
          <a:prstGeom prst="straightConnector1">
            <a:avLst/>
          </a:prstGeom>
          <a:noFill/>
          <a:ln cap="flat" cmpd="sng" w="25175">
            <a:solidFill>
              <a:srgbClr val="8E39E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3" name="Google Shape;683;g3d02a215817_0_747"/>
          <p:cNvCxnSpPr/>
          <p:nvPr/>
        </p:nvCxnSpPr>
        <p:spPr>
          <a:xfrm rot="10800000">
            <a:off x="3765949" y="3045137"/>
            <a:ext cx="0" cy="2516400"/>
          </a:xfrm>
          <a:prstGeom prst="straightConnector1">
            <a:avLst/>
          </a:prstGeom>
          <a:noFill/>
          <a:ln cap="flat" cmpd="sng" w="18875">
            <a:solidFill>
              <a:srgbClr val="20212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4" name="Google Shape;684;g3d02a215817_0_747"/>
          <p:cNvCxnSpPr/>
          <p:nvPr/>
        </p:nvCxnSpPr>
        <p:spPr>
          <a:xfrm>
            <a:off x="3765949" y="5561537"/>
            <a:ext cx="2650200" cy="0"/>
          </a:xfrm>
          <a:prstGeom prst="straightConnector1">
            <a:avLst/>
          </a:prstGeom>
          <a:noFill/>
          <a:ln cap="flat" cmpd="sng" w="18875">
            <a:solidFill>
              <a:srgbClr val="202124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685" name="Google Shape;685;g3d02a215817_0_7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34106" y="3167701"/>
            <a:ext cx="670915" cy="673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g3d02a215817_0_7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27909" y="3690912"/>
            <a:ext cx="670915" cy="673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g3d02a215817_0_7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44450" y="3231206"/>
            <a:ext cx="670915" cy="673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g3d02a215817_0_7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6476" y="4227943"/>
            <a:ext cx="670915" cy="673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9" name="Google Shape;689;g3d02a215817_0_7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99806" y="4682959"/>
            <a:ext cx="670915" cy="67371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0" name="Google Shape;690;g3d02a215817_0_747"/>
          <p:cNvCxnSpPr/>
          <p:nvPr/>
        </p:nvCxnSpPr>
        <p:spPr>
          <a:xfrm>
            <a:off x="3740286" y="4290693"/>
            <a:ext cx="2701500" cy="0"/>
          </a:xfrm>
          <a:prstGeom prst="straightConnector1">
            <a:avLst/>
          </a:prstGeom>
          <a:noFill/>
          <a:ln cap="flat" cmpd="sng" w="25175">
            <a:solidFill>
              <a:srgbClr val="8E39E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1" name="Google Shape;691;g3d02a215817_0_747"/>
          <p:cNvCxnSpPr/>
          <p:nvPr/>
        </p:nvCxnSpPr>
        <p:spPr>
          <a:xfrm rot="10800000">
            <a:off x="4288283" y="4290700"/>
            <a:ext cx="0" cy="1325100"/>
          </a:xfrm>
          <a:prstGeom prst="straightConnector1">
            <a:avLst/>
          </a:prstGeom>
          <a:noFill/>
          <a:ln cap="flat" cmpd="sng" w="25175">
            <a:solidFill>
              <a:srgbClr val="8E39E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92" name="Google Shape;692;g3d02a215817_0_7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54267" y="4211172"/>
            <a:ext cx="670915" cy="67371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3" name="Google Shape;693;g3d02a215817_0_747"/>
          <p:cNvCxnSpPr/>
          <p:nvPr/>
        </p:nvCxnSpPr>
        <p:spPr>
          <a:xfrm rot="10800000">
            <a:off x="6664649" y="3092762"/>
            <a:ext cx="0" cy="2516400"/>
          </a:xfrm>
          <a:prstGeom prst="straightConnector1">
            <a:avLst/>
          </a:prstGeom>
          <a:noFill/>
          <a:ln cap="flat" cmpd="sng" w="18875">
            <a:solidFill>
              <a:srgbClr val="20212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4" name="Google Shape;694;g3d02a215817_0_747"/>
          <p:cNvCxnSpPr/>
          <p:nvPr/>
        </p:nvCxnSpPr>
        <p:spPr>
          <a:xfrm>
            <a:off x="6664649" y="5609162"/>
            <a:ext cx="2650200" cy="0"/>
          </a:xfrm>
          <a:prstGeom prst="straightConnector1">
            <a:avLst/>
          </a:prstGeom>
          <a:noFill/>
          <a:ln cap="flat" cmpd="sng" w="18875">
            <a:solidFill>
              <a:srgbClr val="202124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695" name="Google Shape;695;g3d02a215817_0_7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37417" y="4412244"/>
            <a:ext cx="670915" cy="673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g3d02a215817_0_7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4646" y="4211163"/>
            <a:ext cx="670915" cy="673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g3d02a215817_0_7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37417" y="3178290"/>
            <a:ext cx="670915" cy="673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g3d02a215817_0_7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32806" y="3215326"/>
            <a:ext cx="670915" cy="673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g3d02a215817_0_7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43150" y="3278831"/>
            <a:ext cx="670915" cy="673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" name="Google Shape;700;g3d02a215817_0_7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26609" y="2941973"/>
            <a:ext cx="670915" cy="673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g3d02a215817_0_7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68442" y="3852006"/>
            <a:ext cx="670915" cy="673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2" name="Google Shape;702;g3d02a215817_0_7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25176" y="4275568"/>
            <a:ext cx="670915" cy="673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g3d02a215817_0_7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78923" y="4535101"/>
            <a:ext cx="670915" cy="67371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04" name="Google Shape;704;g3d02a215817_0_747"/>
          <p:cNvCxnSpPr/>
          <p:nvPr/>
        </p:nvCxnSpPr>
        <p:spPr>
          <a:xfrm>
            <a:off x="6664624" y="3954243"/>
            <a:ext cx="2701500" cy="0"/>
          </a:xfrm>
          <a:prstGeom prst="straightConnector1">
            <a:avLst/>
          </a:prstGeom>
          <a:noFill/>
          <a:ln cap="flat" cmpd="sng" w="25175">
            <a:solidFill>
              <a:srgbClr val="8E39E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5" name="Google Shape;705;g3d02a215817_0_747"/>
          <p:cNvCxnSpPr/>
          <p:nvPr/>
        </p:nvCxnSpPr>
        <p:spPr>
          <a:xfrm rot="10800000">
            <a:off x="7656558" y="3962361"/>
            <a:ext cx="0" cy="1702200"/>
          </a:xfrm>
          <a:prstGeom prst="straightConnector1">
            <a:avLst/>
          </a:prstGeom>
          <a:noFill/>
          <a:ln cap="flat" cmpd="sng" w="25175">
            <a:solidFill>
              <a:srgbClr val="8E39E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6" name="Google Shape;706;g3d02a215817_0_747"/>
          <p:cNvCxnSpPr/>
          <p:nvPr/>
        </p:nvCxnSpPr>
        <p:spPr>
          <a:xfrm>
            <a:off x="6650878" y="4350959"/>
            <a:ext cx="1016100" cy="0"/>
          </a:xfrm>
          <a:prstGeom prst="straightConnector1">
            <a:avLst/>
          </a:prstGeom>
          <a:noFill/>
          <a:ln cap="flat" cmpd="sng" w="25175">
            <a:solidFill>
              <a:srgbClr val="8E39E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07" name="Google Shape;707;g3d02a215817_0_7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93534" y="4211165"/>
            <a:ext cx="670915" cy="673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" name="Google Shape;708;g3d02a215817_0_7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20409" y="2846723"/>
            <a:ext cx="670915" cy="673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9" name="Google Shape;709;g3d02a215817_0_7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08641" y="3713524"/>
            <a:ext cx="625871" cy="628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g3d02a215817_0_7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9590" y="3713524"/>
            <a:ext cx="625871" cy="628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1" name="Google Shape;711;g3d02a215817_0_7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8053" y="3722474"/>
            <a:ext cx="625871" cy="628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d02a215817_0_643"/>
          <p:cNvSpPr txBox="1"/>
          <p:nvPr/>
        </p:nvSpPr>
        <p:spPr>
          <a:xfrm>
            <a:off x="1055688" y="2561602"/>
            <a:ext cx="6463800" cy="1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ru-RU" sz="44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Спасибо </a:t>
            </a:r>
            <a:br>
              <a:rPr b="1" i="0" lang="ru-RU" sz="44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b="1" i="0" lang="ru-RU" sz="44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за внимание</a:t>
            </a:r>
            <a:endParaRPr b="1" i="0" sz="4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18" name="Google Shape;718;g3d02a215817_0_643"/>
          <p:cNvSpPr txBox="1"/>
          <p:nvPr/>
        </p:nvSpPr>
        <p:spPr>
          <a:xfrm>
            <a:off x="1055688" y="5861930"/>
            <a:ext cx="3771900" cy="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875">
            <a:spAutoFit/>
          </a:bodyPr>
          <a:lstStyle/>
          <a:p>
            <a:pPr indent="0" lvl="0" marL="20942" marR="8375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ularionova@mail.tsu.ru</a:t>
            </a:r>
            <a:endParaRPr b="0" i="0" sz="1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20942" marR="8376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19" name="Google Shape;719;g3d02a215817_0_643"/>
          <p:cNvSpPr txBox="1"/>
          <p:nvPr/>
        </p:nvSpPr>
        <p:spPr>
          <a:xfrm>
            <a:off x="1055688" y="5110383"/>
            <a:ext cx="4032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875">
            <a:spAutoFit/>
          </a:bodyPr>
          <a:lstStyle/>
          <a:p>
            <a:pPr indent="0" lvl="0" marL="20942" marR="8375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Ларионова Ульяна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0942" marR="8375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Преподаватель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20942" marR="8376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720" name="Google Shape;720;g3d02a215817_0_643"/>
          <p:cNvPicPr preferRelativeResize="0"/>
          <p:nvPr/>
        </p:nvPicPr>
        <p:blipFill rotWithShape="1">
          <a:blip r:embed="rId3">
            <a:alphaModFix/>
          </a:blip>
          <a:srcRect b="0" l="1283" r="0" t="0"/>
          <a:stretch/>
        </p:blipFill>
        <p:spPr>
          <a:xfrm>
            <a:off x="9353973" y="0"/>
            <a:ext cx="2838027" cy="6857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21" name="Google Shape;721;g3d02a215817_0_6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80216" y="424799"/>
            <a:ext cx="1565995" cy="562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2" name="Google Shape;722;g3d02a215817_0_6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5688" y="373794"/>
            <a:ext cx="677246" cy="774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3" name="Google Shape;723;g3d02a215817_0_6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19551" y="2892706"/>
            <a:ext cx="4439788" cy="4445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2022-09-15T07:23:32Z</dcterms:created>
  <dc:creator>UserIDO</dc:creator>
</cp:coreProperties>
</file>